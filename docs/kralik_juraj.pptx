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2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20.xml" ContentType="application/vnd.openxmlformats-officedocument.presentationml.slideMaster+xml"/>
  <Override PartName="/ppt/theme/theme2.xml" ContentType="application/vnd.openxmlformats-officedocument.theme+xml"/>
  <Override PartName="/ppt/theme/theme1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slideLayouts/slideLayout8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s/slide12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3.xml" ContentType="application/vnd.openxmlformats-officedocument.presentationml.slide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3.xml" ContentType="application/vnd.openxmlformats-officedocument.presentationml.slide+xml"/>
  <Override PartName="/ppt/slides/slide9.xml" ContentType="application/vnd.openxmlformats-officedocument.presentationml.slide+xml"/>
  <Override PartName="/ppt/slides/slide4.xml" ContentType="application/vnd.openxmlformats-officedocument.presentationml.slide+xml"/>
  <Override PartName="/ppt/slides/slide11.xml" ContentType="application/vnd.openxmlformats-officedocument.presentationml.slide+xml"/>
  <Override PartName="/ppt/slides/slide19.xml" ContentType="application/vnd.openxmlformats-officedocument.presentationml.slide+xml"/>
  <Override PartName="/ppt/slides/slide5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charts/chart1.xml" ContentType="application/vnd.openxmlformats-officedocument.drawingml.chart+xml"/>
  <Override PartName="/ppt/charts/chart2.xml" ContentType="application/vnd.openxmlformats-officedocument.drawingml.chart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65" r:id="rId4"/>
    <p:sldMasterId id="2147483668" r:id="rId5"/>
    <p:sldMasterId id="2147483671" r:id="rId6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16.xml"/><Relationship Id="rId5" Type="http://schemas.openxmlformats.org/officeDocument/2006/relationships/slideMaster" Target="slideMasters/slideMaster18.xml"/><Relationship Id="rId6" Type="http://schemas.openxmlformats.org/officeDocument/2006/relationships/slideMaster" Target="slideMasters/slideMaster20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presProps" Target="presProps.xml"/>
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title>
      <c:tx>
        <c:rich>
          <a:bodyPr rot="0"/>
          <a:lstStyle/>
          <a:p>
            <a:pPr>
              <a:defRPr sz="1300" b="0" u="none" strike="noStrike">
                <a:solidFill>
                  <a:srgbClr val="000000"/>
                </a:solidFill>
                <a:uFillTx/>
                <a:latin typeface="Arial"/>
              </a:defRPr>
            </a:pPr>
            <a:r>
              <a:rPr sz="1300" b="0" u="none" strike="noStrike">
                <a:solidFill>
                  <a:srgbClr val="000000"/>
                </a:solidFill>
                <a:uFillTx/>
                <a:latin typeface="Arial"/>
                <a:ea typeface="DejaVu Sans"/>
              </a:rPr>
              <a:t>Porovnanie modelov podľa WER a CER</a:t>
            </a:r>
          </a:p>
        </c:rich>
      </c:tx>
      <c:layout>
        <c:manualLayout>
          <c:xMode val="edge"/>
          <c:yMode val="edge"/>
          <c:x val="0.284420624653484"/>
          <c:y val="0.0177889447236181"/>
        </c:manualLayout>
      </c:layout>
      <c:overlay val="0"/>
      <c:spPr>
        <a:noFill/>
        <a:ln w="0">
          <a:noFill/>
        </a:ln>
      </c:spPr>
    </c:title>
    <c:autoTitleDeleted val="0"/>
    <c:plotArea>
      <c:layout>
        <c:manualLayout>
          <c:layoutTarget val="inner"/>
          <c:xMode val="edge"/>
          <c:yMode val="edge"/>
          <c:x val="0.441446436271792"/>
          <c:y val="0.118793969849246"/>
          <c:w val="0.370233475020021"/>
          <c:h val="0.724221105527638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Average WER</c:v>
                </c:pt>
              </c:strCache>
            </c:strRef>
          </c:tx>
          <c:spPr>
            <a:solidFill>
              <a:srgbClr val="18a303"/>
            </a:solidFill>
            <a:ln w="0">
              <a:noFill/>
            </a:ln>
          </c:spPr>
          <c:invertIfNegative val="0"/>
          <c:dLbls>
            <c:txPr>
              <a:bodyPr wrap="none"/>
              <a:lstStyle/>
              <a:p>
                <a:pPr>
                  <a:defRPr sz="1000" b="0" u="none" strike="noStrike">
                    <a:solidFill>
                      <a:srgbClr val="000000"/>
                    </a:solidFill>
                    <a:uFillTx/>
                    <a:latin typeface="Arial"/>
                    <a:ea typeface="DejaVu Sans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leaderLines>
              <c:spPr>
                <a:ln w="0">
                  <a:solidFill>
                    <a:srgbClr val="000000"/>
                  </a:solidFill>
                </a:ln>
              </c:spPr>
            </c:leaderLines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15"/>
                <c:pt idx="0">
                  <c:v>whisper_tiny</c:v>
                </c:pt>
                <c:pt idx="1">
                  <c:v>whisper_base</c:v>
                </c:pt>
                <c:pt idx="2">
                  <c:v>whisper_small</c:v>
                </c:pt>
                <c:pt idx="3">
                  <c:v>huggingface_wav2vec2_xlsr_czech</c:v>
                </c:pt>
                <c:pt idx="4">
                  <c:v>whisper_medium</c:v>
                </c:pt>
                <c:pt idx="5">
                  <c:v>faster_whisper_medium_float16_cuda</c:v>
                </c:pt>
                <c:pt idx="6">
                  <c:v>speech_recognition_vosk</c:v>
                </c:pt>
                <c:pt idx="7">
                  <c:v>huggingface_wav2vec2_xlsr_53_czech</c:v>
                </c:pt>
                <c:pt idx="8">
                  <c:v>faster_whisper_large_float16_cuda</c:v>
                </c:pt>
                <c:pt idx="9">
                  <c:v>speech_recognition_groq</c:v>
                </c:pt>
                <c:pt idx="10">
                  <c:v>huggingface_wav2vec2_xlsr_czech_sammy</c:v>
                </c:pt>
                <c:pt idx="11">
                  <c:v>speech_recognition_google</c:v>
                </c:pt>
                <c:pt idx="12">
                  <c:v>whisper_large</c:v>
                </c:pt>
                <c:pt idx="13">
                  <c:v>huggingface_whisper_medium_czech</c:v>
                </c:pt>
                <c:pt idx="14">
                  <c:v>huggingface_whisper_large_v3_czech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15"/>
                <c:pt idx="0">
                  <c:v>0.908138646571831</c:v>
                </c:pt>
                <c:pt idx="1">
                  <c:v>0.732145359088816</c:v>
                </c:pt>
                <c:pt idx="2">
                  <c:v>0.418928020613512</c:v>
                </c:pt>
                <c:pt idx="3">
                  <c:v>0.395130170015131</c:v>
                </c:pt>
                <c:pt idx="4">
                  <c:v>0.236012416163012</c:v>
                </c:pt>
                <c:pt idx="5">
                  <c:v>0.212571002672446</c:v>
                </c:pt>
                <c:pt idx="6">
                  <c:v>0.174985413000473</c:v>
                </c:pt>
                <c:pt idx="7">
                  <c:v>0.164664052820296</c:v>
                </c:pt>
                <c:pt idx="8">
                  <c:v>0.157541755617472</c:v>
                </c:pt>
                <c:pt idx="9">
                  <c:v>0.140363740121024</c:v>
                </c:pt>
                <c:pt idx="10">
                  <c:v>0.137222644731534</c:v>
                </c:pt>
                <c:pt idx="11">
                  <c:v>0.119678415800646</c:v>
                </c:pt>
                <c:pt idx="12">
                  <c:v>0.112411016667618</c:v>
                </c:pt>
                <c:pt idx="13">
                  <c:v>0.0914443287122927</c:v>
                </c:pt>
                <c:pt idx="14">
                  <c:v>0.0441468721692524</c:v>
                </c:pt>
              </c:numCache>
            </c:numRef>
          </c:val>
        </c:ser>
        <c:ser>
          <c:idx val="1"/>
          <c:order val="1"/>
          <c:tx>
            <c:strRef>
              <c:f>label 1</c:f>
              <c:strCache>
                <c:ptCount val="1"/>
                <c:pt idx="0">
                  <c:v>Average CER</c:v>
                </c:pt>
              </c:strCache>
            </c:strRef>
          </c:tx>
          <c:spPr>
            <a:solidFill>
              <a:srgbClr val="0369a3"/>
            </a:solidFill>
            <a:ln w="0">
              <a:noFill/>
            </a:ln>
          </c:spPr>
          <c:invertIfNegative val="0"/>
          <c:dLbls>
            <c:txPr>
              <a:bodyPr wrap="none"/>
              <a:lstStyle/>
              <a:p>
                <a:pPr>
                  <a:defRPr sz="1000" b="0" u="none" strike="noStrike">
                    <a:solidFill>
                      <a:srgbClr val="000000"/>
                    </a:solidFill>
                    <a:uFillTx/>
                    <a:latin typeface="Arial"/>
                    <a:ea typeface="DejaVu Sans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leaderLines>
              <c:spPr>
                <a:ln w="0">
                  <a:solidFill>
                    <a:srgbClr val="000000"/>
                  </a:solidFill>
                </a:ln>
              </c:spPr>
            </c:leaderLines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15"/>
                <c:pt idx="0">
                  <c:v>whisper_tiny</c:v>
                </c:pt>
                <c:pt idx="1">
                  <c:v>whisper_base</c:v>
                </c:pt>
                <c:pt idx="2">
                  <c:v>whisper_small</c:v>
                </c:pt>
                <c:pt idx="3">
                  <c:v>huggingface_wav2vec2_xlsr_czech</c:v>
                </c:pt>
                <c:pt idx="4">
                  <c:v>whisper_medium</c:v>
                </c:pt>
                <c:pt idx="5">
                  <c:v>faster_whisper_medium_float16_cuda</c:v>
                </c:pt>
                <c:pt idx="6">
                  <c:v>speech_recognition_vosk</c:v>
                </c:pt>
                <c:pt idx="7">
                  <c:v>huggingface_wav2vec2_xlsr_53_czech</c:v>
                </c:pt>
                <c:pt idx="8">
                  <c:v>faster_whisper_large_float16_cuda</c:v>
                </c:pt>
                <c:pt idx="9">
                  <c:v>speech_recognition_groq</c:v>
                </c:pt>
                <c:pt idx="10">
                  <c:v>huggingface_wav2vec2_xlsr_czech_sammy</c:v>
                </c:pt>
                <c:pt idx="11">
                  <c:v>speech_recognition_google</c:v>
                </c:pt>
                <c:pt idx="12">
                  <c:v>whisper_large</c:v>
                </c:pt>
                <c:pt idx="13">
                  <c:v>huggingface_whisper_medium_czech</c:v>
                </c:pt>
                <c:pt idx="14">
                  <c:v>huggingface_whisper_large_v3_czech</c:v>
                </c:pt>
              </c:strCache>
            </c:strRef>
          </c:cat>
          <c:val>
            <c:numRef>
              <c:f>1</c:f>
              <c:numCache>
                <c:formatCode>General</c:formatCode>
                <c:ptCount val="15"/>
                <c:pt idx="0">
                  <c:v>0.396456691370473</c:v>
                </c:pt>
                <c:pt idx="1">
                  <c:v>0.279014130933508</c:v>
                </c:pt>
                <c:pt idx="2">
                  <c:v>0.131130033920739</c:v>
                </c:pt>
                <c:pt idx="3">
                  <c:v>0.083912055247766</c:v>
                </c:pt>
                <c:pt idx="4">
                  <c:v>0.0711634580873181</c:v>
                </c:pt>
                <c:pt idx="5">
                  <c:v>0.0599086107996893</c:v>
                </c:pt>
                <c:pt idx="6">
                  <c:v>0.0629669593903209</c:v>
                </c:pt>
                <c:pt idx="7">
                  <c:v>0.034608729144128</c:v>
                </c:pt>
                <c:pt idx="8">
                  <c:v>0.0463268620757961</c:v>
                </c:pt>
                <c:pt idx="9">
                  <c:v>0.0415494509686245</c:v>
                </c:pt>
                <c:pt idx="10">
                  <c:v>0.027455556100141</c:v>
                </c:pt>
                <c:pt idx="11">
                  <c:v>0.0460638599643128</c:v>
                </c:pt>
                <c:pt idx="12">
                  <c:v>0.0332052892550728</c:v>
                </c:pt>
                <c:pt idx="13">
                  <c:v>0.0226342666643933</c:v>
                </c:pt>
                <c:pt idx="14">
                  <c:v>0.0108465551141083</c:v>
                </c:pt>
              </c:numCache>
            </c:numRef>
          </c:val>
        </c:ser>
        <c:gapWidth val="100"/>
        <c:overlap val="0"/>
        <c:axId val="55652040"/>
        <c:axId val="76138422"/>
      </c:barChart>
      <c:catAx>
        <c:axId val="55652040"/>
        <c:scaling>
          <c:orientation val="minMax"/>
        </c:scaling>
        <c:delete val="0"/>
        <c:axPos val="b"/>
        <c:title>
          <c:tx>
            <c:rich>
              <a:bodyPr rot="-5400000"/>
              <a:lstStyle/>
              <a:p>
                <a:pPr>
                  <a:defRPr sz="1300" b="0" u="none" strike="noStrike">
                    <a:solidFill>
                      <a:srgbClr val="000000"/>
                    </a:solidFill>
                    <a:uFillTx/>
                    <a:latin typeface="Arial"/>
                  </a:defRPr>
                </a:pPr>
                <a:r>
                  <a:rPr sz="900" b="0" u="none" strike="noStrike">
                    <a:solidFill>
                      <a:srgbClr val="000000"/>
                    </a:solidFill>
                    <a:uFillTx/>
                    <a:latin typeface="Arial"/>
                    <a:ea typeface="DejaVu Sans"/>
                  </a:rPr>
                  <a:t>Model</a:t>
                </a:r>
              </a:p>
            </c:rich>
          </c:tx>
          <c:overlay val="0"/>
          <c:spPr>
            <a:noFill/>
            <a:ln w="0">
              <a:noFill/>
            </a:ln>
          </c:spPr>
        </c:title>
        <c:numFmt formatCode="General" sourceLinked="0"/>
        <c:majorTickMark val="out"/>
        <c:minorTickMark val="none"/>
        <c:tickLblPos val="nextTo"/>
        <c:spPr>
          <a:ln cap="rnd" w="0">
            <a:solidFill>
              <a:srgbClr val="b3b3b3"/>
            </a:solidFill>
          </a:ln>
        </c:spPr>
        <c:txPr>
          <a:bodyPr/>
          <a:lstStyle/>
          <a:p>
            <a:pPr>
              <a:defRPr sz="1000" b="0" u="none" strike="noStrike">
                <a:solidFill>
                  <a:srgbClr val="000000"/>
                </a:solidFill>
                <a:uFillTx/>
                <a:latin typeface="Arial"/>
                <a:ea typeface="DejaVu Sans"/>
              </a:defRPr>
            </a:pPr>
          </a:p>
        </c:txPr>
        <c:crossAx val="76138422"/>
        <c:crosses val="autoZero"/>
        <c:auto val="1"/>
        <c:lblAlgn val="ctr"/>
        <c:lblOffset val="100"/>
        <c:noMultiLvlLbl val="0"/>
      </c:catAx>
      <c:valAx>
        <c:axId val="76138422"/>
        <c:scaling>
          <c:orientation val="minMax"/>
        </c:scaling>
        <c:delete val="0"/>
        <c:axPos val="l"/>
        <c:majorGridlines>
          <c:spPr>
            <a:ln cap="rnd" w="0">
              <a:solidFill>
                <a:srgbClr val="b3b3b3"/>
              </a:solidFill>
            </a:ln>
          </c:spPr>
        </c:majorGridlines>
        <c:title>
          <c:tx>
            <c:rich>
              <a:bodyPr rot="0"/>
              <a:lstStyle/>
              <a:p>
                <a:pPr>
                  <a:defRPr sz="1300" b="0" u="none" strike="noStrike">
                    <a:solidFill>
                      <a:srgbClr val="000000"/>
                    </a:solidFill>
                    <a:uFillTx/>
                    <a:latin typeface="Arial"/>
                  </a:defRPr>
                </a:pPr>
                <a:r>
                  <a:rPr sz="900" b="0" u="none" strike="noStrike">
                    <a:solidFill>
                      <a:srgbClr val="000000"/>
                    </a:solidFill>
                    <a:uFillTx/>
                    <a:latin typeface="Arial"/>
                    <a:ea typeface="DejaVu Sans"/>
                  </a:rPr>
                  <a:t>WER a CER</a:t>
                </a:r>
              </a:p>
            </c:rich>
          </c:tx>
          <c:overlay val="0"/>
          <c:spPr>
            <a:noFill/>
            <a:ln w="0">
              <a:noFill/>
            </a:ln>
          </c:spPr>
        </c:title>
        <c:numFmt formatCode="0.0" sourceLinked="0"/>
        <c:majorTickMark val="out"/>
        <c:minorTickMark val="none"/>
        <c:tickLblPos val="nextTo"/>
        <c:spPr>
          <a:ln cap="rnd" w="0">
            <a:solidFill>
              <a:srgbClr val="b3b3b3"/>
            </a:solidFill>
          </a:ln>
        </c:spPr>
        <c:txPr>
          <a:bodyPr/>
          <a:lstStyle/>
          <a:p>
            <a:pPr>
              <a:defRPr sz="1000" b="0" u="none" strike="noStrike">
                <a:solidFill>
                  <a:srgbClr val="000000"/>
                </a:solidFill>
                <a:uFillTx/>
                <a:latin typeface="Arial"/>
                <a:ea typeface="DejaVu Sans"/>
              </a:defRPr>
            </a:pPr>
          </a:p>
        </c:txPr>
        <c:crossAx val="55652040"/>
        <c:crossesAt val="1"/>
        <c:crossBetween val="midCat"/>
      </c:valAx>
      <c:spPr>
        <a:noFill/>
        <a:ln w="0">
          <a:solidFill>
            <a:srgbClr val="b3b3b3"/>
          </a:solidFill>
        </a:ln>
      </c:spPr>
    </c:plotArea>
    <c:legend>
      <c:legendPos val="r"/>
      <c:overlay val="0"/>
      <c:spPr>
        <a:noFill/>
        <a:ln w="0">
          <a:noFill/>
        </a:ln>
      </c:spPr>
      <c:txPr>
        <a:bodyPr/>
        <a:lstStyle/>
        <a:p>
          <a:pPr>
            <a:defRPr sz="1000" b="0" u="none" strike="noStrike">
              <a:solidFill>
                <a:srgbClr val="000000"/>
              </a:solidFill>
              <a:uFillTx/>
              <a:latin typeface="Arial"/>
              <a:ea typeface="DejaVu Sans"/>
            </a:defRPr>
          </a:pPr>
        </a:p>
      </c:txPr>
    </c:legend>
    <c:plotVisOnly val="1"/>
    <c:dispBlanksAs val="gap"/>
  </c:chart>
  <c:spPr>
    <a:solidFill>
      <a:srgbClr val="dddddd"/>
    </a:solidFill>
    <a:ln w="0">
      <a:noFill/>
    </a:ln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title>
      <c:tx>
        <c:rich>
          <a:bodyPr rot="0"/>
          <a:lstStyle/>
          <a:p>
            <a:pPr>
              <a:defRPr sz="1300" b="0" u="none" strike="noStrike">
                <a:solidFill>
                  <a:srgbClr val="000000"/>
                </a:solidFill>
                <a:uFillTx/>
                <a:latin typeface="Arial"/>
              </a:defRPr>
            </a:pPr>
            <a:r>
              <a:rPr sz="1300" b="0" u="none" strike="noStrike">
                <a:solidFill>
                  <a:srgbClr val="000000"/>
                </a:solidFill>
                <a:uFillTx/>
                <a:latin typeface="Arial"/>
                <a:ea typeface="DejaVu Sans"/>
              </a:rPr>
              <a:t>Rýchlosť prepisu modelov</a:t>
            </a:r>
          </a:p>
        </c:rich>
      </c:tx>
      <c:overlay val="0"/>
      <c:spPr>
        <a:noFill/>
        <a:ln w="0">
          <a:noFill/>
        </a:ln>
      </c:spPr>
    </c:title>
    <c:autoTitleDeleted val="0"/>
    <c:plotArea>
      <c:layout>
        <c:manualLayout>
          <c:layoutTarget val="inner"/>
          <c:xMode val="edge"/>
          <c:yMode val="edge"/>
          <c:x val="0.441641969859386"/>
          <c:y val="0.140417457305503"/>
          <c:w val="0.492338735103096"/>
          <c:h val="0.650407411541467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Average transcript ratio</c:v>
                </c:pt>
              </c:strCache>
            </c:strRef>
          </c:tx>
          <c:spPr>
            <a:solidFill>
              <a:srgbClr val="ffd320"/>
            </a:solidFill>
            <a:ln w="0">
              <a:noFill/>
            </a:ln>
          </c:spPr>
          <c:invertIfNegative val="0"/>
          <c:dLbls>
            <c:txPr>
              <a:bodyPr wrap="none"/>
              <a:lstStyle/>
              <a:p>
                <a:pPr>
                  <a:defRPr sz="1000" b="0" u="none" strike="noStrike">
                    <a:solidFill>
                      <a:srgbClr val="000000"/>
                    </a:solidFill>
                    <a:uFillTx/>
                    <a:latin typeface="Arial"/>
                    <a:ea typeface="DejaVu Sans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leaderLines>
              <c:spPr>
                <a:ln w="0">
                  <a:solidFill>
                    <a:srgbClr val="000000"/>
                  </a:solidFill>
                </a:ln>
              </c:spPr>
            </c:leaderLines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13"/>
                <c:pt idx="0">
                  <c:v>huggingface_wav2vec2_xlsr_czech</c:v>
                </c:pt>
                <c:pt idx="1">
                  <c:v>whisper_base</c:v>
                </c:pt>
                <c:pt idx="2">
                  <c:v>whisper_small</c:v>
                </c:pt>
                <c:pt idx="3">
                  <c:v>whisper_tiny</c:v>
                </c:pt>
                <c:pt idx="4">
                  <c:v>speech_recognition_vosk</c:v>
                </c:pt>
                <c:pt idx="5">
                  <c:v>huggingface_wav2vec2_xlsr_53_czech</c:v>
                </c:pt>
                <c:pt idx="6">
                  <c:v>whisper_medium</c:v>
                </c:pt>
                <c:pt idx="7">
                  <c:v>faster_whisper_medium_float16_cuda</c:v>
                </c:pt>
                <c:pt idx="8">
                  <c:v>faster_whisper_large_float16_cuda</c:v>
                </c:pt>
                <c:pt idx="9">
                  <c:v>speech_recognition_google</c:v>
                </c:pt>
                <c:pt idx="10">
                  <c:v>huggingface_whisper_large_v3_czech</c:v>
                </c:pt>
                <c:pt idx="11">
                  <c:v>huggingface_wav2vec2_xlsr_czech_sammy</c:v>
                </c:pt>
                <c:pt idx="12">
                  <c:v>huggingface_whisper_medium_czech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13"/>
                <c:pt idx="0">
                  <c:v>0.0441173506620093</c:v>
                </c:pt>
                <c:pt idx="1">
                  <c:v>0.058864187630119</c:v>
                </c:pt>
                <c:pt idx="2">
                  <c:v>0.0737053906193861</c:v>
                </c:pt>
                <c:pt idx="3">
                  <c:v>0.0932991636551523</c:v>
                </c:pt>
                <c:pt idx="4">
                  <c:v>0.111690524931908</c:v>
                </c:pt>
                <c:pt idx="5">
                  <c:v>0.121666608441389</c:v>
                </c:pt>
                <c:pt idx="6">
                  <c:v>0.130435018511475</c:v>
                </c:pt>
                <c:pt idx="7">
                  <c:v>0.136177451289278</c:v>
                </c:pt>
                <c:pt idx="8">
                  <c:v>0.153283050739494</c:v>
                </c:pt>
                <c:pt idx="9">
                  <c:v>0.228220963777834</c:v>
                </c:pt>
                <c:pt idx="10">
                  <c:v>0.256016071870918</c:v>
                </c:pt>
                <c:pt idx="11">
                  <c:v>0.285522869842013</c:v>
                </c:pt>
                <c:pt idx="12">
                  <c:v>0.795146019510512</c:v>
                </c:pt>
              </c:numCache>
            </c:numRef>
          </c:val>
        </c:ser>
        <c:gapWidth val="100"/>
        <c:overlap val="0"/>
        <c:axId val="86762879"/>
        <c:axId val="57196125"/>
      </c:barChart>
      <c:catAx>
        <c:axId val="86762879"/>
        <c:scaling>
          <c:orientation val="minMax"/>
        </c:scaling>
        <c:delete val="0"/>
        <c:axPos val="b"/>
        <c:title>
          <c:tx>
            <c:rich>
              <a:bodyPr rot="-5400000"/>
              <a:lstStyle/>
              <a:p>
                <a:pPr>
                  <a:defRPr sz="1300" b="0" u="none" strike="noStrike">
                    <a:solidFill>
                      <a:srgbClr val="000000"/>
                    </a:solidFill>
                    <a:uFillTx/>
                    <a:latin typeface="Arial"/>
                  </a:defRPr>
                </a:pPr>
                <a:r>
                  <a:rPr sz="900" b="0" u="none" strike="noStrike">
                    <a:solidFill>
                      <a:srgbClr val="000000"/>
                    </a:solidFill>
                    <a:uFillTx/>
                    <a:latin typeface="Arial"/>
                    <a:ea typeface="DejaVu Sans"/>
                  </a:rPr>
                  <a:t>Model</a:t>
                </a:r>
              </a:p>
            </c:rich>
          </c:tx>
          <c:overlay val="0"/>
          <c:spPr>
            <a:noFill/>
            <a:ln w="0">
              <a:noFill/>
            </a:ln>
          </c:spPr>
        </c:title>
        <c:numFmt formatCode="General" sourceLinked="0"/>
        <c:majorTickMark val="out"/>
        <c:minorTickMark val="none"/>
        <c:tickLblPos val="nextTo"/>
        <c:spPr>
          <a:ln cap="rnd" w="0">
            <a:solidFill>
              <a:srgbClr val="b3b3b3"/>
            </a:solidFill>
          </a:ln>
        </c:spPr>
        <c:txPr>
          <a:bodyPr/>
          <a:lstStyle/>
          <a:p>
            <a:pPr>
              <a:defRPr sz="1000" b="0" u="none" strike="noStrike">
                <a:solidFill>
                  <a:srgbClr val="000000"/>
                </a:solidFill>
                <a:uFillTx/>
                <a:latin typeface="Arial"/>
                <a:ea typeface="DejaVu Sans"/>
              </a:defRPr>
            </a:pPr>
          </a:p>
        </c:txPr>
        <c:crossAx val="57196125"/>
        <c:crosses val="autoZero"/>
        <c:auto val="1"/>
        <c:lblAlgn val="ctr"/>
        <c:lblOffset val="100"/>
        <c:noMultiLvlLbl val="0"/>
      </c:catAx>
      <c:valAx>
        <c:axId val="57196125"/>
        <c:scaling>
          <c:orientation val="minMax"/>
        </c:scaling>
        <c:delete val="0"/>
        <c:axPos val="l"/>
        <c:majorGridlines>
          <c:spPr>
            <a:ln cap="rnd" w="0">
              <a:solidFill>
                <a:srgbClr val="b3b3b3"/>
              </a:solidFill>
            </a:ln>
          </c:spPr>
        </c:majorGridlines>
        <c:title>
          <c:tx>
            <c:rich>
              <a:bodyPr rot="0"/>
              <a:lstStyle/>
              <a:p>
                <a:pPr>
                  <a:defRPr sz="1300" b="0" u="none" strike="noStrike">
                    <a:solidFill>
                      <a:srgbClr val="000000"/>
                    </a:solidFill>
                    <a:uFillTx/>
                    <a:latin typeface="Arial"/>
                  </a:defRPr>
                </a:pPr>
                <a:r>
                  <a:rPr sz="900" b="0" u="none" strike="noStrike">
                    <a:solidFill>
                      <a:srgbClr val="000000"/>
                    </a:solidFill>
                    <a:uFillTx/>
                    <a:latin typeface="Arial"/>
                    <a:ea typeface="DejaVu Sans"/>
                  </a:rPr>
                  <a:t>Sekundy spracovania na 1 sekundu audia</a:t>
                </a:r>
              </a:p>
            </c:rich>
          </c:tx>
          <c:layout>
            <c:manualLayout>
              <c:xMode val="edge"/>
              <c:yMode val="edge"/>
              <c:x val="0.446181978687181"/>
              <c:y val="0.884585333184507"/>
            </c:manualLayout>
          </c:layout>
          <c:overlay val="0"/>
          <c:spPr>
            <a:noFill/>
            <a:ln w="0">
              <a:noFill/>
            </a:ln>
          </c:spPr>
        </c:title>
        <c:numFmt formatCode="0.0" sourceLinked="0"/>
        <c:majorTickMark val="out"/>
        <c:minorTickMark val="none"/>
        <c:tickLblPos val="nextTo"/>
        <c:spPr>
          <a:ln cap="rnd" w="0">
            <a:solidFill>
              <a:srgbClr val="b3b3b3"/>
            </a:solidFill>
          </a:ln>
        </c:spPr>
        <c:txPr>
          <a:bodyPr/>
          <a:lstStyle/>
          <a:p>
            <a:pPr>
              <a:defRPr sz="1000" b="0" u="none" strike="noStrike">
                <a:solidFill>
                  <a:srgbClr val="000000"/>
                </a:solidFill>
                <a:uFillTx/>
                <a:latin typeface="Arial"/>
                <a:ea typeface="DejaVu Sans"/>
              </a:defRPr>
            </a:pPr>
          </a:p>
        </c:txPr>
        <c:crossAx val="86762879"/>
        <c:crossesAt val="1"/>
        <c:crossBetween val="midCat"/>
      </c:valAx>
      <c:spPr>
        <a:noFill/>
        <a:ln w="0">
          <a:solidFill>
            <a:srgbClr val="b3b3b3"/>
          </a:solidFill>
        </a:ln>
      </c:spPr>
    </c:plotArea>
    <c:plotVisOnly val="1"/>
    <c:dispBlanksAs val="gap"/>
  </c:chart>
  <c:spPr>
    <a:solidFill>
      <a:srgbClr val="dddddd"/>
    </a:solidFill>
    <a:ln w="0">
      <a:noFill/>
    </a:ln>
  </c:spPr>
</c:chartSpace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8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8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0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0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0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77160" y="956520"/>
            <a:ext cx="859572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subTitle"/>
          </p:nvPr>
        </p:nvSpPr>
        <p:spPr>
          <a:xfrm>
            <a:off x="677160" y="2160720"/>
            <a:ext cx="8595720" cy="3879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26A52CDB-BF0E-4AEA-A93A-94A8CD238B6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Jmenovka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roup 6"/>
          <p:cNvGrpSpPr/>
          <p:nvPr/>
        </p:nvGrpSpPr>
        <p:grpSpPr>
          <a:xfrm>
            <a:off x="0" y="-8640"/>
            <a:ext cx="12191040" cy="6867360"/>
            <a:chOff x="0" y="-8640"/>
            <a:chExt cx="12191040" cy="6867360"/>
          </a:xfrm>
        </p:grpSpPr>
        <p:cxnSp>
          <p:nvCxnSpPr>
            <p:cNvPr id="32" name="Straight Connector 19"/>
            <p:cNvCxnSpPr/>
            <p:nvPr/>
          </p:nvCxnSpPr>
          <p:spPr>
            <a:xfrm>
              <a:off x="9370800" y="0"/>
              <a:ext cx="1220400" cy="6859080"/>
            </a:xfrm>
            <a:prstGeom prst="straightConnector1">
              <a:avLst/>
            </a:prstGeom>
            <a:ln cap="rnd" w="9525">
              <a:solidFill>
                <a:srgbClr val="bfbfbf"/>
              </a:solidFill>
              <a:round/>
            </a:ln>
          </p:spPr>
        </p:cxnSp>
        <p:cxnSp>
          <p:nvCxnSpPr>
            <p:cNvPr id="33" name="Straight Connector 20"/>
            <p:cNvCxnSpPr/>
            <p:nvPr/>
          </p:nvCxnSpPr>
          <p:spPr>
            <a:xfrm flipH="1">
              <a:off x="7425000" y="3681360"/>
              <a:ext cx="4764600" cy="3177720"/>
            </a:xfrm>
            <a:prstGeom prst="straightConnector1">
              <a:avLst/>
            </a:prstGeom>
            <a:ln cap="rnd" w="9525">
              <a:solidFill>
                <a:srgbClr val="d9d9d9"/>
              </a:solidFill>
              <a:round/>
            </a:ln>
          </p:spPr>
        </p:cxnSp>
        <p:sp>
          <p:nvSpPr>
            <p:cNvPr id="34" name="Rectangle 23"/>
            <p:cNvSpPr/>
            <p:nvPr/>
          </p:nvSpPr>
          <p:spPr>
            <a:xfrm>
              <a:off x="9181440" y="-8640"/>
              <a:ext cx="3006360" cy="6865560"/>
            </a:xfrm>
            <a:custGeom>
              <a:avLst/>
              <a:gdLst>
                <a:gd name="textAreaLeft" fmla="*/ 0 w 3006360"/>
                <a:gd name="textAreaRight" fmla="*/ 3007440 w 30063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5" name="Rectangle 25"/>
            <p:cNvSpPr/>
            <p:nvPr/>
          </p:nvSpPr>
          <p:spPr>
            <a:xfrm>
              <a:off x="9603360" y="-8640"/>
              <a:ext cx="2587320" cy="6865560"/>
            </a:xfrm>
            <a:custGeom>
              <a:avLst/>
              <a:gdLst>
                <a:gd name="textAreaLeft" fmla="*/ 0 w 2587320"/>
                <a:gd name="textAreaRight" fmla="*/ 2588400 w 258732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6" name="Isosceles Triangle 23"/>
            <p:cNvSpPr/>
            <p:nvPr/>
          </p:nvSpPr>
          <p:spPr>
            <a:xfrm>
              <a:off x="8932320" y="3048120"/>
              <a:ext cx="3258720" cy="38088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7" name="Rectangle 27"/>
            <p:cNvSpPr/>
            <p:nvPr/>
          </p:nvSpPr>
          <p:spPr>
            <a:xfrm>
              <a:off x="9334440" y="-8640"/>
              <a:ext cx="2853360" cy="6865560"/>
            </a:xfrm>
            <a:custGeom>
              <a:avLst/>
              <a:gdLst>
                <a:gd name="textAreaLeft" fmla="*/ 0 w 2853360"/>
                <a:gd name="textAreaRight" fmla="*/ 2854440 w 28533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8" name="Rectangle 28"/>
            <p:cNvSpPr/>
            <p:nvPr/>
          </p:nvSpPr>
          <p:spPr>
            <a:xfrm>
              <a:off x="10898640" y="-8640"/>
              <a:ext cx="1289160" cy="6865560"/>
            </a:xfrm>
            <a:custGeom>
              <a:avLst/>
              <a:gdLst>
                <a:gd name="textAreaLeft" fmla="*/ 0 w 1289160"/>
                <a:gd name="textAreaRight" fmla="*/ 1290240 w 12891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9" name="Rectangle 29"/>
            <p:cNvSpPr/>
            <p:nvPr/>
          </p:nvSpPr>
          <p:spPr>
            <a:xfrm>
              <a:off x="10938960" y="-8640"/>
              <a:ext cx="1248840" cy="6865560"/>
            </a:xfrm>
            <a:custGeom>
              <a:avLst/>
              <a:gdLst>
                <a:gd name="textAreaLeft" fmla="*/ 0 w 1248840"/>
                <a:gd name="textAreaRight" fmla="*/ 1249920 w 124884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0" name="Isosceles Triangle 27"/>
            <p:cNvSpPr/>
            <p:nvPr/>
          </p:nvSpPr>
          <p:spPr>
            <a:xfrm>
              <a:off x="10371600" y="3589920"/>
              <a:ext cx="1816200" cy="3267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1" name="Isosceles Triangle 28"/>
            <p:cNvSpPr/>
            <p:nvPr/>
          </p:nvSpPr>
          <p:spPr>
            <a:xfrm>
              <a:off x="0" y="4013280"/>
              <a:ext cx="447480" cy="284364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677160" y="1932120"/>
            <a:ext cx="8595720" cy="2594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cs-CZ" sz="44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Kliknutím lze upravit styl.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677160" y="4527360"/>
            <a:ext cx="8595720" cy="1512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cs-CZ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Upravte styly předlohy textu.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 type="dt" idx="4"/>
          </p:nvPr>
        </p:nvSpPr>
        <p:spPr>
          <a:xfrm>
            <a:off x="7205040" y="6041520"/>
            <a:ext cx="9108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sk-SK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sk-SK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4"/>
          <p:cNvSpPr>
            <a:spLocks noGrp="1"/>
          </p:cNvSpPr>
          <p:nvPr>
            <p:ph type="ftr" idx="5"/>
          </p:nvPr>
        </p:nvSpPr>
        <p:spPr>
          <a:xfrm>
            <a:off x="677160" y="6041520"/>
            <a:ext cx="6296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5"/>
          <p:cNvSpPr>
            <a:spLocks noGrp="1"/>
          </p:cNvSpPr>
          <p:nvPr>
            <p:ph type="sldNum" idx="6"/>
          </p:nvPr>
        </p:nvSpPr>
        <p:spPr>
          <a:xfrm>
            <a:off x="8590680" y="6041520"/>
            <a:ext cx="6822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sk-SK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255531A-B366-4825-88FF-D94682D5A8AA}" type="slidenum">
              <a:rPr lang="sk-SK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Jmenovka s citací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" name="Group 6"/>
          <p:cNvGrpSpPr/>
          <p:nvPr/>
        </p:nvGrpSpPr>
        <p:grpSpPr>
          <a:xfrm>
            <a:off x="0" y="-8640"/>
            <a:ext cx="12191040" cy="6867360"/>
            <a:chOff x="0" y="-8640"/>
            <a:chExt cx="12191040" cy="6867360"/>
          </a:xfrm>
        </p:grpSpPr>
        <p:cxnSp>
          <p:nvCxnSpPr>
            <p:cNvPr id="48" name="Straight Connector 19"/>
            <p:cNvCxnSpPr/>
            <p:nvPr/>
          </p:nvCxnSpPr>
          <p:spPr>
            <a:xfrm>
              <a:off x="9370800" y="0"/>
              <a:ext cx="1220400" cy="6859080"/>
            </a:xfrm>
            <a:prstGeom prst="straightConnector1">
              <a:avLst/>
            </a:prstGeom>
            <a:ln cap="rnd" w="9525">
              <a:solidFill>
                <a:srgbClr val="bfbfbf"/>
              </a:solidFill>
              <a:round/>
            </a:ln>
          </p:spPr>
        </p:cxnSp>
        <p:cxnSp>
          <p:nvCxnSpPr>
            <p:cNvPr id="49" name="Straight Connector 20"/>
            <p:cNvCxnSpPr/>
            <p:nvPr/>
          </p:nvCxnSpPr>
          <p:spPr>
            <a:xfrm flipH="1">
              <a:off x="7425000" y="3681360"/>
              <a:ext cx="4764600" cy="3177720"/>
            </a:xfrm>
            <a:prstGeom prst="straightConnector1">
              <a:avLst/>
            </a:prstGeom>
            <a:ln cap="rnd" w="9525">
              <a:solidFill>
                <a:srgbClr val="d9d9d9"/>
              </a:solidFill>
              <a:round/>
            </a:ln>
          </p:spPr>
        </p:cxnSp>
        <p:sp>
          <p:nvSpPr>
            <p:cNvPr id="50" name="Rectangle 23"/>
            <p:cNvSpPr/>
            <p:nvPr/>
          </p:nvSpPr>
          <p:spPr>
            <a:xfrm>
              <a:off x="9181440" y="-8640"/>
              <a:ext cx="3006360" cy="6865560"/>
            </a:xfrm>
            <a:custGeom>
              <a:avLst/>
              <a:gdLst>
                <a:gd name="textAreaLeft" fmla="*/ 0 w 3006360"/>
                <a:gd name="textAreaRight" fmla="*/ 3007440 w 30063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1" name="Rectangle 25"/>
            <p:cNvSpPr/>
            <p:nvPr/>
          </p:nvSpPr>
          <p:spPr>
            <a:xfrm>
              <a:off x="9603360" y="-8640"/>
              <a:ext cx="2587320" cy="6865560"/>
            </a:xfrm>
            <a:custGeom>
              <a:avLst/>
              <a:gdLst>
                <a:gd name="textAreaLeft" fmla="*/ 0 w 2587320"/>
                <a:gd name="textAreaRight" fmla="*/ 2588400 w 258732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2" name="Isosceles Triangle 23"/>
            <p:cNvSpPr/>
            <p:nvPr/>
          </p:nvSpPr>
          <p:spPr>
            <a:xfrm>
              <a:off x="8932320" y="3048120"/>
              <a:ext cx="3258720" cy="38088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3" name="Rectangle 27"/>
            <p:cNvSpPr/>
            <p:nvPr/>
          </p:nvSpPr>
          <p:spPr>
            <a:xfrm>
              <a:off x="9334440" y="-8640"/>
              <a:ext cx="2853360" cy="6865560"/>
            </a:xfrm>
            <a:custGeom>
              <a:avLst/>
              <a:gdLst>
                <a:gd name="textAreaLeft" fmla="*/ 0 w 2853360"/>
                <a:gd name="textAreaRight" fmla="*/ 2854440 w 28533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4" name="Rectangle 28"/>
            <p:cNvSpPr/>
            <p:nvPr/>
          </p:nvSpPr>
          <p:spPr>
            <a:xfrm>
              <a:off x="10898640" y="-8640"/>
              <a:ext cx="1289160" cy="6865560"/>
            </a:xfrm>
            <a:custGeom>
              <a:avLst/>
              <a:gdLst>
                <a:gd name="textAreaLeft" fmla="*/ 0 w 1289160"/>
                <a:gd name="textAreaRight" fmla="*/ 1290240 w 12891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5" name="Rectangle 29"/>
            <p:cNvSpPr/>
            <p:nvPr/>
          </p:nvSpPr>
          <p:spPr>
            <a:xfrm>
              <a:off x="10938960" y="-8640"/>
              <a:ext cx="1248840" cy="6865560"/>
            </a:xfrm>
            <a:custGeom>
              <a:avLst/>
              <a:gdLst>
                <a:gd name="textAreaLeft" fmla="*/ 0 w 1248840"/>
                <a:gd name="textAreaRight" fmla="*/ 1249920 w 124884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6" name="Isosceles Triangle 27"/>
            <p:cNvSpPr/>
            <p:nvPr/>
          </p:nvSpPr>
          <p:spPr>
            <a:xfrm>
              <a:off x="10371600" y="3589920"/>
              <a:ext cx="1816200" cy="3267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7" name="Isosceles Triangle 28"/>
            <p:cNvSpPr/>
            <p:nvPr/>
          </p:nvSpPr>
          <p:spPr>
            <a:xfrm>
              <a:off x="0" y="4013280"/>
              <a:ext cx="447480" cy="284364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931320" y="609480"/>
            <a:ext cx="8093160" cy="302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cs-CZ" sz="44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Kliknutím lze upravit styl.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body"/>
          </p:nvPr>
        </p:nvSpPr>
        <p:spPr>
          <a:xfrm>
            <a:off x="677160" y="4013280"/>
            <a:ext cx="8595720" cy="513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cs-CZ" sz="2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Upravte styly předlohy textu.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PlaceHolder 3"/>
          <p:cNvSpPr>
            <a:spLocks noGrp="1"/>
          </p:cNvSpPr>
          <p:nvPr>
            <p:ph type="body"/>
          </p:nvPr>
        </p:nvSpPr>
        <p:spPr>
          <a:xfrm>
            <a:off x="677160" y="4527360"/>
            <a:ext cx="8595720" cy="1512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cs-CZ" sz="1800" b="0" u="none" strike="noStrik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Trebuchet MS"/>
              </a:rPr>
              <a:t>Upravte styly předlohy textu.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PlaceHolder 4"/>
          <p:cNvSpPr>
            <a:spLocks noGrp="1"/>
          </p:cNvSpPr>
          <p:nvPr>
            <p:ph type="dt" idx="7"/>
          </p:nvPr>
        </p:nvSpPr>
        <p:spPr>
          <a:xfrm>
            <a:off x="7205040" y="6041520"/>
            <a:ext cx="9108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sk-SK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sk-SK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PlaceHolder 5"/>
          <p:cNvSpPr>
            <a:spLocks noGrp="1"/>
          </p:cNvSpPr>
          <p:nvPr>
            <p:ph type="ftr" idx="8"/>
          </p:nvPr>
        </p:nvSpPr>
        <p:spPr>
          <a:xfrm>
            <a:off x="677160" y="6041520"/>
            <a:ext cx="6296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PlaceHolder 6"/>
          <p:cNvSpPr>
            <a:spLocks noGrp="1"/>
          </p:cNvSpPr>
          <p:nvPr>
            <p:ph type="sldNum" idx="9"/>
          </p:nvPr>
        </p:nvSpPr>
        <p:spPr>
          <a:xfrm>
            <a:off x="8590680" y="6041520"/>
            <a:ext cx="6822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sk-SK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36FC745-70E8-4DA0-AFDA-300C04EB1617}" type="slidenum">
              <a:rPr lang="sk-SK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TextBox 23"/>
          <p:cNvSpPr/>
          <p:nvPr/>
        </p:nvSpPr>
        <p:spPr>
          <a:xfrm>
            <a:off x="541800" y="790200"/>
            <a:ext cx="608400" cy="58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r>
              <a:rPr lang="en-US" sz="8000" b="0" u="none" strike="noStrike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FillTx/>
                <a:latin typeface="Arial"/>
              </a:rPr>
              <a:t>“</a:t>
            </a:r>
            <a:endParaRPr lang="en-US" sz="8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TextBox 24"/>
          <p:cNvSpPr/>
          <p:nvPr/>
        </p:nvSpPr>
        <p:spPr>
          <a:xfrm>
            <a:off x="8893080" y="2886480"/>
            <a:ext cx="608400" cy="58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r>
              <a:rPr lang="en-US" sz="8000" b="0" u="none" strike="noStrike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FillTx/>
                <a:latin typeface="Arial"/>
              </a:rPr>
              <a:t>”</a:t>
            </a:r>
            <a:endParaRPr lang="en-US" sz="8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ravda nebo nepravda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" name="Group 6"/>
          <p:cNvGrpSpPr/>
          <p:nvPr/>
        </p:nvGrpSpPr>
        <p:grpSpPr>
          <a:xfrm>
            <a:off x="0" y="-8640"/>
            <a:ext cx="12191040" cy="6867360"/>
            <a:chOff x="0" y="-8640"/>
            <a:chExt cx="12191040" cy="6867360"/>
          </a:xfrm>
        </p:grpSpPr>
        <p:cxnSp>
          <p:nvCxnSpPr>
            <p:cNvPr id="67" name="Straight Connector 19"/>
            <p:cNvCxnSpPr/>
            <p:nvPr/>
          </p:nvCxnSpPr>
          <p:spPr>
            <a:xfrm>
              <a:off x="9370800" y="0"/>
              <a:ext cx="1220400" cy="6859080"/>
            </a:xfrm>
            <a:prstGeom prst="straightConnector1">
              <a:avLst/>
            </a:prstGeom>
            <a:ln cap="rnd" w="9525">
              <a:solidFill>
                <a:srgbClr val="bfbfbf"/>
              </a:solidFill>
              <a:round/>
            </a:ln>
          </p:spPr>
        </p:cxnSp>
        <p:cxnSp>
          <p:nvCxnSpPr>
            <p:cNvPr id="68" name="Straight Connector 20"/>
            <p:cNvCxnSpPr/>
            <p:nvPr/>
          </p:nvCxnSpPr>
          <p:spPr>
            <a:xfrm flipH="1">
              <a:off x="7425000" y="3681360"/>
              <a:ext cx="4764600" cy="3177720"/>
            </a:xfrm>
            <a:prstGeom prst="straightConnector1">
              <a:avLst/>
            </a:prstGeom>
            <a:ln cap="rnd" w="9525">
              <a:solidFill>
                <a:srgbClr val="d9d9d9"/>
              </a:solidFill>
              <a:round/>
            </a:ln>
          </p:spPr>
        </p:cxnSp>
        <p:sp>
          <p:nvSpPr>
            <p:cNvPr id="69" name="Rectangle 23"/>
            <p:cNvSpPr/>
            <p:nvPr/>
          </p:nvSpPr>
          <p:spPr>
            <a:xfrm>
              <a:off x="9181440" y="-8640"/>
              <a:ext cx="3006360" cy="6865560"/>
            </a:xfrm>
            <a:custGeom>
              <a:avLst/>
              <a:gdLst>
                <a:gd name="textAreaLeft" fmla="*/ 0 w 3006360"/>
                <a:gd name="textAreaRight" fmla="*/ 3007440 w 30063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0" name="Rectangle 25"/>
            <p:cNvSpPr/>
            <p:nvPr/>
          </p:nvSpPr>
          <p:spPr>
            <a:xfrm>
              <a:off x="9603360" y="-8640"/>
              <a:ext cx="2587320" cy="6865560"/>
            </a:xfrm>
            <a:custGeom>
              <a:avLst/>
              <a:gdLst>
                <a:gd name="textAreaLeft" fmla="*/ 0 w 2587320"/>
                <a:gd name="textAreaRight" fmla="*/ 2588400 w 258732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1" name="Isosceles Triangle 23"/>
            <p:cNvSpPr/>
            <p:nvPr/>
          </p:nvSpPr>
          <p:spPr>
            <a:xfrm>
              <a:off x="8932320" y="3048120"/>
              <a:ext cx="3258720" cy="38088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2" name="Rectangle 27"/>
            <p:cNvSpPr/>
            <p:nvPr/>
          </p:nvSpPr>
          <p:spPr>
            <a:xfrm>
              <a:off x="9334440" y="-8640"/>
              <a:ext cx="2853360" cy="6865560"/>
            </a:xfrm>
            <a:custGeom>
              <a:avLst/>
              <a:gdLst>
                <a:gd name="textAreaLeft" fmla="*/ 0 w 2853360"/>
                <a:gd name="textAreaRight" fmla="*/ 2854440 w 28533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3" name="Rectangle 28"/>
            <p:cNvSpPr/>
            <p:nvPr/>
          </p:nvSpPr>
          <p:spPr>
            <a:xfrm>
              <a:off x="10898640" y="-8640"/>
              <a:ext cx="1289160" cy="6865560"/>
            </a:xfrm>
            <a:custGeom>
              <a:avLst/>
              <a:gdLst>
                <a:gd name="textAreaLeft" fmla="*/ 0 w 1289160"/>
                <a:gd name="textAreaRight" fmla="*/ 1290240 w 12891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4" name="Rectangle 29"/>
            <p:cNvSpPr/>
            <p:nvPr/>
          </p:nvSpPr>
          <p:spPr>
            <a:xfrm>
              <a:off x="10938960" y="-8640"/>
              <a:ext cx="1248840" cy="6865560"/>
            </a:xfrm>
            <a:custGeom>
              <a:avLst/>
              <a:gdLst>
                <a:gd name="textAreaLeft" fmla="*/ 0 w 1248840"/>
                <a:gd name="textAreaRight" fmla="*/ 1249920 w 124884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5" name="Isosceles Triangle 27"/>
            <p:cNvSpPr/>
            <p:nvPr/>
          </p:nvSpPr>
          <p:spPr>
            <a:xfrm>
              <a:off x="10371600" y="3589920"/>
              <a:ext cx="1816200" cy="3267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6" name="Isosceles Triangle 28"/>
            <p:cNvSpPr/>
            <p:nvPr/>
          </p:nvSpPr>
          <p:spPr>
            <a:xfrm>
              <a:off x="0" y="4013280"/>
              <a:ext cx="447480" cy="284364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685800" y="609480"/>
            <a:ext cx="8587080" cy="302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cs-CZ" sz="44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Kliknutím lze upravit styl.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PlaceHolder 2"/>
          <p:cNvSpPr>
            <a:spLocks noGrp="1"/>
          </p:cNvSpPr>
          <p:nvPr>
            <p:ph type="body"/>
          </p:nvPr>
        </p:nvSpPr>
        <p:spPr>
          <a:xfrm>
            <a:off x="677160" y="4013280"/>
            <a:ext cx="8595720" cy="513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cs-CZ" sz="24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Upravte styly předlohy textu.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PlaceHolder 3"/>
          <p:cNvSpPr>
            <a:spLocks noGrp="1"/>
          </p:cNvSpPr>
          <p:nvPr>
            <p:ph type="body"/>
          </p:nvPr>
        </p:nvSpPr>
        <p:spPr>
          <a:xfrm>
            <a:off x="677160" y="4527360"/>
            <a:ext cx="8595720" cy="1512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cs-CZ" sz="1800" b="0" u="none" strike="noStrik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Trebuchet MS"/>
              </a:rPr>
              <a:t>Upravte styly předlohy textu.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PlaceHolder 4"/>
          <p:cNvSpPr>
            <a:spLocks noGrp="1"/>
          </p:cNvSpPr>
          <p:nvPr>
            <p:ph type="dt" idx="10"/>
          </p:nvPr>
        </p:nvSpPr>
        <p:spPr>
          <a:xfrm>
            <a:off x="7205040" y="6041520"/>
            <a:ext cx="9108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sk-SK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sk-SK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" name="PlaceHolder 5"/>
          <p:cNvSpPr>
            <a:spLocks noGrp="1"/>
          </p:cNvSpPr>
          <p:nvPr>
            <p:ph type="ftr" idx="11"/>
          </p:nvPr>
        </p:nvSpPr>
        <p:spPr>
          <a:xfrm>
            <a:off x="677160" y="6041520"/>
            <a:ext cx="6296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" name="PlaceHolder 6"/>
          <p:cNvSpPr>
            <a:spLocks noGrp="1"/>
          </p:cNvSpPr>
          <p:nvPr>
            <p:ph type="sldNum" idx="12"/>
          </p:nvPr>
        </p:nvSpPr>
        <p:spPr>
          <a:xfrm>
            <a:off x="8590680" y="6041520"/>
            <a:ext cx="6822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sk-SK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498E007-BA61-48AE-BA87-66E1CE311B71}" type="slidenum">
              <a:rPr lang="sk-SK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Nadpis a svislý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3" name="Group 6"/>
          <p:cNvGrpSpPr/>
          <p:nvPr/>
        </p:nvGrpSpPr>
        <p:grpSpPr>
          <a:xfrm>
            <a:off x="0" y="-8640"/>
            <a:ext cx="12191040" cy="6867360"/>
            <a:chOff x="0" y="-8640"/>
            <a:chExt cx="12191040" cy="6867360"/>
          </a:xfrm>
        </p:grpSpPr>
        <p:cxnSp>
          <p:nvCxnSpPr>
            <p:cNvPr id="84" name="Straight Connector 19"/>
            <p:cNvCxnSpPr/>
            <p:nvPr/>
          </p:nvCxnSpPr>
          <p:spPr>
            <a:xfrm>
              <a:off x="9370800" y="0"/>
              <a:ext cx="1220400" cy="6859080"/>
            </a:xfrm>
            <a:prstGeom prst="straightConnector1">
              <a:avLst/>
            </a:prstGeom>
            <a:ln cap="rnd" w="9525">
              <a:solidFill>
                <a:srgbClr val="bfbfbf"/>
              </a:solidFill>
              <a:round/>
            </a:ln>
          </p:spPr>
        </p:cxnSp>
        <p:cxnSp>
          <p:nvCxnSpPr>
            <p:cNvPr id="85" name="Straight Connector 20"/>
            <p:cNvCxnSpPr/>
            <p:nvPr/>
          </p:nvCxnSpPr>
          <p:spPr>
            <a:xfrm flipH="1">
              <a:off x="7425000" y="3681360"/>
              <a:ext cx="4764600" cy="3177720"/>
            </a:xfrm>
            <a:prstGeom prst="straightConnector1">
              <a:avLst/>
            </a:prstGeom>
            <a:ln cap="rnd" w="9525">
              <a:solidFill>
                <a:srgbClr val="d9d9d9"/>
              </a:solidFill>
              <a:round/>
            </a:ln>
          </p:spPr>
        </p:cxnSp>
        <p:sp>
          <p:nvSpPr>
            <p:cNvPr id="86" name="Rectangle 23"/>
            <p:cNvSpPr/>
            <p:nvPr/>
          </p:nvSpPr>
          <p:spPr>
            <a:xfrm>
              <a:off x="9181440" y="-8640"/>
              <a:ext cx="3006360" cy="6865560"/>
            </a:xfrm>
            <a:custGeom>
              <a:avLst/>
              <a:gdLst>
                <a:gd name="textAreaLeft" fmla="*/ 0 w 3006360"/>
                <a:gd name="textAreaRight" fmla="*/ 3007440 w 30063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7" name="Rectangle 25"/>
            <p:cNvSpPr/>
            <p:nvPr/>
          </p:nvSpPr>
          <p:spPr>
            <a:xfrm>
              <a:off x="9603360" y="-8640"/>
              <a:ext cx="2587320" cy="6865560"/>
            </a:xfrm>
            <a:custGeom>
              <a:avLst/>
              <a:gdLst>
                <a:gd name="textAreaLeft" fmla="*/ 0 w 2587320"/>
                <a:gd name="textAreaRight" fmla="*/ 2588400 w 258732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8" name="Isosceles Triangle 23"/>
            <p:cNvSpPr/>
            <p:nvPr/>
          </p:nvSpPr>
          <p:spPr>
            <a:xfrm>
              <a:off x="8932320" y="3048120"/>
              <a:ext cx="3258720" cy="38088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9" name="Rectangle 27"/>
            <p:cNvSpPr/>
            <p:nvPr/>
          </p:nvSpPr>
          <p:spPr>
            <a:xfrm>
              <a:off x="9334440" y="-8640"/>
              <a:ext cx="2853360" cy="6865560"/>
            </a:xfrm>
            <a:custGeom>
              <a:avLst/>
              <a:gdLst>
                <a:gd name="textAreaLeft" fmla="*/ 0 w 2853360"/>
                <a:gd name="textAreaRight" fmla="*/ 2854440 w 28533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0" name="Rectangle 28"/>
            <p:cNvSpPr/>
            <p:nvPr/>
          </p:nvSpPr>
          <p:spPr>
            <a:xfrm>
              <a:off x="10898640" y="-8640"/>
              <a:ext cx="1289160" cy="6865560"/>
            </a:xfrm>
            <a:custGeom>
              <a:avLst/>
              <a:gdLst>
                <a:gd name="textAreaLeft" fmla="*/ 0 w 1289160"/>
                <a:gd name="textAreaRight" fmla="*/ 1290240 w 12891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1" name="Rectangle 29"/>
            <p:cNvSpPr/>
            <p:nvPr/>
          </p:nvSpPr>
          <p:spPr>
            <a:xfrm>
              <a:off x="10938960" y="-8640"/>
              <a:ext cx="1248840" cy="6865560"/>
            </a:xfrm>
            <a:custGeom>
              <a:avLst/>
              <a:gdLst>
                <a:gd name="textAreaLeft" fmla="*/ 0 w 1248840"/>
                <a:gd name="textAreaRight" fmla="*/ 1249920 w 124884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2" name="Isosceles Triangle 27"/>
            <p:cNvSpPr/>
            <p:nvPr/>
          </p:nvSpPr>
          <p:spPr>
            <a:xfrm>
              <a:off x="10371600" y="3589920"/>
              <a:ext cx="1816200" cy="3267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3" name="Isosceles Triangle 28"/>
            <p:cNvSpPr/>
            <p:nvPr/>
          </p:nvSpPr>
          <p:spPr>
            <a:xfrm>
              <a:off x="0" y="4013280"/>
              <a:ext cx="447480" cy="284364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5720" cy="131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cs-CZ" sz="36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Kliknutím lze upravit styl.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body"/>
          </p:nvPr>
        </p:nvSpPr>
        <p:spPr>
          <a:xfrm>
            <a:off x="677160" y="2160720"/>
            <a:ext cx="8595720" cy="3879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cs-CZ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Upravte styly předlohy textu.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cs-CZ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Druhá úroveň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cs-CZ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Třetí úroveň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cs-CZ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Čtvrtá úroveň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cs-CZ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Pátá úroveň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PlaceHolder 3"/>
          <p:cNvSpPr>
            <a:spLocks noGrp="1"/>
          </p:cNvSpPr>
          <p:nvPr>
            <p:ph type="dt" idx="13"/>
          </p:nvPr>
        </p:nvSpPr>
        <p:spPr>
          <a:xfrm>
            <a:off x="7205040" y="6041520"/>
            <a:ext cx="9108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sk-SK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sk-SK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" name="PlaceHolder 4"/>
          <p:cNvSpPr>
            <a:spLocks noGrp="1"/>
          </p:cNvSpPr>
          <p:nvPr>
            <p:ph type="ftr" idx="14"/>
          </p:nvPr>
        </p:nvSpPr>
        <p:spPr>
          <a:xfrm>
            <a:off x="677160" y="6041520"/>
            <a:ext cx="6296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" name="PlaceHolder 5"/>
          <p:cNvSpPr>
            <a:spLocks noGrp="1"/>
          </p:cNvSpPr>
          <p:nvPr>
            <p:ph type="sldNum" idx="15"/>
          </p:nvPr>
        </p:nvSpPr>
        <p:spPr>
          <a:xfrm>
            <a:off x="8590680" y="6041520"/>
            <a:ext cx="6822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sk-SK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572DEEB-B841-4D44-99C2-D33EFB08B320}" type="slidenum">
              <a:rPr lang="sk-SK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Svislý nadpis a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" name="Group 6"/>
          <p:cNvGrpSpPr/>
          <p:nvPr/>
        </p:nvGrpSpPr>
        <p:grpSpPr>
          <a:xfrm>
            <a:off x="0" y="-8640"/>
            <a:ext cx="12191040" cy="6867360"/>
            <a:chOff x="0" y="-8640"/>
            <a:chExt cx="12191040" cy="6867360"/>
          </a:xfrm>
        </p:grpSpPr>
        <p:cxnSp>
          <p:nvCxnSpPr>
            <p:cNvPr id="100" name="Straight Connector 19"/>
            <p:cNvCxnSpPr/>
            <p:nvPr/>
          </p:nvCxnSpPr>
          <p:spPr>
            <a:xfrm>
              <a:off x="9370800" y="0"/>
              <a:ext cx="1220400" cy="6859080"/>
            </a:xfrm>
            <a:prstGeom prst="straightConnector1">
              <a:avLst/>
            </a:prstGeom>
            <a:ln cap="rnd" w="9525">
              <a:solidFill>
                <a:srgbClr val="bfbfbf"/>
              </a:solidFill>
              <a:round/>
            </a:ln>
          </p:spPr>
        </p:cxnSp>
        <p:cxnSp>
          <p:nvCxnSpPr>
            <p:cNvPr id="101" name="Straight Connector 20"/>
            <p:cNvCxnSpPr/>
            <p:nvPr/>
          </p:nvCxnSpPr>
          <p:spPr>
            <a:xfrm flipH="1">
              <a:off x="7425000" y="3681360"/>
              <a:ext cx="4764600" cy="3177720"/>
            </a:xfrm>
            <a:prstGeom prst="straightConnector1">
              <a:avLst/>
            </a:prstGeom>
            <a:ln cap="rnd" w="9525">
              <a:solidFill>
                <a:srgbClr val="d9d9d9"/>
              </a:solidFill>
              <a:round/>
            </a:ln>
          </p:spPr>
        </p:cxnSp>
        <p:sp>
          <p:nvSpPr>
            <p:cNvPr id="102" name="Rectangle 23"/>
            <p:cNvSpPr/>
            <p:nvPr/>
          </p:nvSpPr>
          <p:spPr>
            <a:xfrm>
              <a:off x="9181440" y="-8640"/>
              <a:ext cx="3006360" cy="6865560"/>
            </a:xfrm>
            <a:custGeom>
              <a:avLst/>
              <a:gdLst>
                <a:gd name="textAreaLeft" fmla="*/ 0 w 3006360"/>
                <a:gd name="textAreaRight" fmla="*/ 3007440 w 30063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3" name="Rectangle 25"/>
            <p:cNvSpPr/>
            <p:nvPr/>
          </p:nvSpPr>
          <p:spPr>
            <a:xfrm>
              <a:off x="9603360" y="-8640"/>
              <a:ext cx="2587320" cy="6865560"/>
            </a:xfrm>
            <a:custGeom>
              <a:avLst/>
              <a:gdLst>
                <a:gd name="textAreaLeft" fmla="*/ 0 w 2587320"/>
                <a:gd name="textAreaRight" fmla="*/ 2588400 w 258732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4" name="Isosceles Triangle 23"/>
            <p:cNvSpPr/>
            <p:nvPr/>
          </p:nvSpPr>
          <p:spPr>
            <a:xfrm>
              <a:off x="8932320" y="3048120"/>
              <a:ext cx="3258720" cy="38088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5" name="Rectangle 27"/>
            <p:cNvSpPr/>
            <p:nvPr/>
          </p:nvSpPr>
          <p:spPr>
            <a:xfrm>
              <a:off x="9334440" y="-8640"/>
              <a:ext cx="2853360" cy="6865560"/>
            </a:xfrm>
            <a:custGeom>
              <a:avLst/>
              <a:gdLst>
                <a:gd name="textAreaLeft" fmla="*/ 0 w 2853360"/>
                <a:gd name="textAreaRight" fmla="*/ 2854440 w 28533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6" name="Rectangle 28"/>
            <p:cNvSpPr/>
            <p:nvPr/>
          </p:nvSpPr>
          <p:spPr>
            <a:xfrm>
              <a:off x="10898640" y="-8640"/>
              <a:ext cx="1289160" cy="6865560"/>
            </a:xfrm>
            <a:custGeom>
              <a:avLst/>
              <a:gdLst>
                <a:gd name="textAreaLeft" fmla="*/ 0 w 1289160"/>
                <a:gd name="textAreaRight" fmla="*/ 1290240 w 12891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7" name="Rectangle 29"/>
            <p:cNvSpPr/>
            <p:nvPr/>
          </p:nvSpPr>
          <p:spPr>
            <a:xfrm>
              <a:off x="10938960" y="-8640"/>
              <a:ext cx="1248840" cy="6865560"/>
            </a:xfrm>
            <a:custGeom>
              <a:avLst/>
              <a:gdLst>
                <a:gd name="textAreaLeft" fmla="*/ 0 w 1248840"/>
                <a:gd name="textAreaRight" fmla="*/ 1249920 w 124884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8" name="Isosceles Triangle 27"/>
            <p:cNvSpPr/>
            <p:nvPr/>
          </p:nvSpPr>
          <p:spPr>
            <a:xfrm>
              <a:off x="10371600" y="3589920"/>
              <a:ext cx="1816200" cy="3267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9" name="Isosceles Triangle 28"/>
            <p:cNvSpPr/>
            <p:nvPr/>
          </p:nvSpPr>
          <p:spPr>
            <a:xfrm>
              <a:off x="0" y="4013280"/>
              <a:ext cx="447480" cy="284364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7967520" y="609480"/>
            <a:ext cx="1303560" cy="5250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cs-CZ" sz="36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Kliknutím lze upravit styl.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PlaceHolder 2"/>
          <p:cNvSpPr>
            <a:spLocks noGrp="1"/>
          </p:cNvSpPr>
          <p:nvPr>
            <p:ph type="body"/>
          </p:nvPr>
        </p:nvSpPr>
        <p:spPr>
          <a:xfrm>
            <a:off x="677160" y="609480"/>
            <a:ext cx="7059240" cy="5250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cs-CZ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Upravte styly předlohy textu.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cs-CZ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Druhá úroveň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cs-CZ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Třetí úroveň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cs-CZ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Čtvrtá úroveň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cs-CZ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Pátá úroveň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PlaceHolder 3"/>
          <p:cNvSpPr>
            <a:spLocks noGrp="1"/>
          </p:cNvSpPr>
          <p:nvPr>
            <p:ph type="dt" idx="16"/>
          </p:nvPr>
        </p:nvSpPr>
        <p:spPr>
          <a:xfrm>
            <a:off x="7205040" y="6041520"/>
            <a:ext cx="9108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sk-SK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sk-SK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" name="PlaceHolder 4"/>
          <p:cNvSpPr>
            <a:spLocks noGrp="1"/>
          </p:cNvSpPr>
          <p:nvPr>
            <p:ph type="ftr" idx="17"/>
          </p:nvPr>
        </p:nvSpPr>
        <p:spPr>
          <a:xfrm>
            <a:off x="677160" y="6041520"/>
            <a:ext cx="6296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" name="PlaceHolder 5"/>
          <p:cNvSpPr>
            <a:spLocks noGrp="1"/>
          </p:cNvSpPr>
          <p:nvPr>
            <p:ph type="sldNum" idx="18"/>
          </p:nvPr>
        </p:nvSpPr>
        <p:spPr>
          <a:xfrm>
            <a:off x="8590680" y="6041520"/>
            <a:ext cx="6822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sk-SK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F1CA0B7-A821-47BD-B3D2-304EEB5D8FFB}" type="slidenum">
              <a:rPr lang="sk-SK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Záhlaví části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5" name="Group 6"/>
          <p:cNvGrpSpPr/>
          <p:nvPr/>
        </p:nvGrpSpPr>
        <p:grpSpPr>
          <a:xfrm>
            <a:off x="0" y="-8640"/>
            <a:ext cx="12191040" cy="6867360"/>
            <a:chOff x="0" y="-8640"/>
            <a:chExt cx="12191040" cy="6867360"/>
          </a:xfrm>
        </p:grpSpPr>
        <p:cxnSp>
          <p:nvCxnSpPr>
            <p:cNvPr id="116" name="Straight Connector 19"/>
            <p:cNvCxnSpPr/>
            <p:nvPr/>
          </p:nvCxnSpPr>
          <p:spPr>
            <a:xfrm>
              <a:off x="9370800" y="0"/>
              <a:ext cx="1220400" cy="6859080"/>
            </a:xfrm>
            <a:prstGeom prst="straightConnector1">
              <a:avLst/>
            </a:prstGeom>
            <a:ln cap="rnd" w="9525">
              <a:solidFill>
                <a:srgbClr val="bfbfbf"/>
              </a:solidFill>
              <a:round/>
            </a:ln>
          </p:spPr>
        </p:cxnSp>
        <p:cxnSp>
          <p:nvCxnSpPr>
            <p:cNvPr id="117" name="Straight Connector 20"/>
            <p:cNvCxnSpPr/>
            <p:nvPr/>
          </p:nvCxnSpPr>
          <p:spPr>
            <a:xfrm flipH="1">
              <a:off x="7425000" y="3681360"/>
              <a:ext cx="4764600" cy="3177720"/>
            </a:xfrm>
            <a:prstGeom prst="straightConnector1">
              <a:avLst/>
            </a:prstGeom>
            <a:ln cap="rnd" w="9525">
              <a:solidFill>
                <a:srgbClr val="d9d9d9"/>
              </a:solidFill>
              <a:round/>
            </a:ln>
          </p:spPr>
        </p:cxnSp>
        <p:sp>
          <p:nvSpPr>
            <p:cNvPr id="118" name="Rectangle 23"/>
            <p:cNvSpPr/>
            <p:nvPr/>
          </p:nvSpPr>
          <p:spPr>
            <a:xfrm>
              <a:off x="9181440" y="-8640"/>
              <a:ext cx="3006360" cy="6865560"/>
            </a:xfrm>
            <a:custGeom>
              <a:avLst/>
              <a:gdLst>
                <a:gd name="textAreaLeft" fmla="*/ 0 w 3006360"/>
                <a:gd name="textAreaRight" fmla="*/ 3007440 w 30063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9" name="Rectangle 25"/>
            <p:cNvSpPr/>
            <p:nvPr/>
          </p:nvSpPr>
          <p:spPr>
            <a:xfrm>
              <a:off x="9603360" y="-8640"/>
              <a:ext cx="2587320" cy="6865560"/>
            </a:xfrm>
            <a:custGeom>
              <a:avLst/>
              <a:gdLst>
                <a:gd name="textAreaLeft" fmla="*/ 0 w 2587320"/>
                <a:gd name="textAreaRight" fmla="*/ 2588400 w 258732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0" name="Isosceles Triangle 23"/>
            <p:cNvSpPr/>
            <p:nvPr/>
          </p:nvSpPr>
          <p:spPr>
            <a:xfrm>
              <a:off x="8932320" y="3048120"/>
              <a:ext cx="3258720" cy="38088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1" name="Rectangle 27"/>
            <p:cNvSpPr/>
            <p:nvPr/>
          </p:nvSpPr>
          <p:spPr>
            <a:xfrm>
              <a:off x="9334440" y="-8640"/>
              <a:ext cx="2853360" cy="6865560"/>
            </a:xfrm>
            <a:custGeom>
              <a:avLst/>
              <a:gdLst>
                <a:gd name="textAreaLeft" fmla="*/ 0 w 2853360"/>
                <a:gd name="textAreaRight" fmla="*/ 2854440 w 28533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2" name="Rectangle 28"/>
            <p:cNvSpPr/>
            <p:nvPr/>
          </p:nvSpPr>
          <p:spPr>
            <a:xfrm>
              <a:off x="10898640" y="-8640"/>
              <a:ext cx="1289160" cy="6865560"/>
            </a:xfrm>
            <a:custGeom>
              <a:avLst/>
              <a:gdLst>
                <a:gd name="textAreaLeft" fmla="*/ 0 w 1289160"/>
                <a:gd name="textAreaRight" fmla="*/ 1290240 w 12891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3" name="Rectangle 29"/>
            <p:cNvSpPr/>
            <p:nvPr/>
          </p:nvSpPr>
          <p:spPr>
            <a:xfrm>
              <a:off x="10938960" y="-8640"/>
              <a:ext cx="1248840" cy="6865560"/>
            </a:xfrm>
            <a:custGeom>
              <a:avLst/>
              <a:gdLst>
                <a:gd name="textAreaLeft" fmla="*/ 0 w 1248840"/>
                <a:gd name="textAreaRight" fmla="*/ 1249920 w 124884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4" name="Isosceles Triangle 27"/>
            <p:cNvSpPr/>
            <p:nvPr/>
          </p:nvSpPr>
          <p:spPr>
            <a:xfrm>
              <a:off x="10371600" y="3589920"/>
              <a:ext cx="1816200" cy="3267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5" name="Isosceles Triangle 28"/>
            <p:cNvSpPr/>
            <p:nvPr/>
          </p:nvSpPr>
          <p:spPr>
            <a:xfrm>
              <a:off x="0" y="4013280"/>
              <a:ext cx="447480" cy="284364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26" name="PlaceHolder 1"/>
          <p:cNvSpPr>
            <a:spLocks noGrp="1"/>
          </p:cNvSpPr>
          <p:nvPr>
            <p:ph type="title"/>
          </p:nvPr>
        </p:nvSpPr>
        <p:spPr>
          <a:xfrm>
            <a:off x="677160" y="2700720"/>
            <a:ext cx="8595720" cy="18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cs-CZ" sz="40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Kliknutím lze upravit styl.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PlaceHolder 2"/>
          <p:cNvSpPr>
            <a:spLocks noGrp="1"/>
          </p:cNvSpPr>
          <p:nvPr>
            <p:ph type="body"/>
          </p:nvPr>
        </p:nvSpPr>
        <p:spPr>
          <a:xfrm>
            <a:off x="677160" y="4527360"/>
            <a:ext cx="8595720" cy="859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cs-CZ" sz="2000" b="0" u="none" strike="noStrik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Trebuchet MS"/>
              </a:rPr>
              <a:t>Upravte styly předlohy textu.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PlaceHolder 3"/>
          <p:cNvSpPr>
            <a:spLocks noGrp="1"/>
          </p:cNvSpPr>
          <p:nvPr>
            <p:ph type="dt" idx="19"/>
          </p:nvPr>
        </p:nvSpPr>
        <p:spPr>
          <a:xfrm>
            <a:off x="7205040" y="6041520"/>
            <a:ext cx="9108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sk-SK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sk-SK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9" name="PlaceHolder 4"/>
          <p:cNvSpPr>
            <a:spLocks noGrp="1"/>
          </p:cNvSpPr>
          <p:nvPr>
            <p:ph type="ftr" idx="20"/>
          </p:nvPr>
        </p:nvSpPr>
        <p:spPr>
          <a:xfrm>
            <a:off x="677160" y="6041520"/>
            <a:ext cx="6296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" name="PlaceHolder 5"/>
          <p:cNvSpPr>
            <a:spLocks noGrp="1"/>
          </p:cNvSpPr>
          <p:nvPr>
            <p:ph type="sldNum" idx="21"/>
          </p:nvPr>
        </p:nvSpPr>
        <p:spPr>
          <a:xfrm>
            <a:off x="8590680" y="6041520"/>
            <a:ext cx="6822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sk-SK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AA30E6C-8295-4E7F-8896-D2018961D922}" type="slidenum">
              <a:rPr lang="sk-SK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va obsah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1" name="Group 6"/>
          <p:cNvGrpSpPr/>
          <p:nvPr/>
        </p:nvGrpSpPr>
        <p:grpSpPr>
          <a:xfrm>
            <a:off x="0" y="-8640"/>
            <a:ext cx="12191040" cy="6867360"/>
            <a:chOff x="0" y="-8640"/>
            <a:chExt cx="12191040" cy="6867360"/>
          </a:xfrm>
        </p:grpSpPr>
        <p:cxnSp>
          <p:nvCxnSpPr>
            <p:cNvPr id="132" name="Straight Connector 19"/>
            <p:cNvCxnSpPr/>
            <p:nvPr/>
          </p:nvCxnSpPr>
          <p:spPr>
            <a:xfrm>
              <a:off x="9370800" y="0"/>
              <a:ext cx="1220400" cy="6859080"/>
            </a:xfrm>
            <a:prstGeom prst="straightConnector1">
              <a:avLst/>
            </a:prstGeom>
            <a:ln cap="rnd" w="9525">
              <a:solidFill>
                <a:srgbClr val="bfbfbf"/>
              </a:solidFill>
              <a:round/>
            </a:ln>
          </p:spPr>
        </p:cxnSp>
        <p:cxnSp>
          <p:nvCxnSpPr>
            <p:cNvPr id="133" name="Straight Connector 20"/>
            <p:cNvCxnSpPr/>
            <p:nvPr/>
          </p:nvCxnSpPr>
          <p:spPr>
            <a:xfrm flipH="1">
              <a:off x="7425000" y="3681360"/>
              <a:ext cx="4764600" cy="3177720"/>
            </a:xfrm>
            <a:prstGeom prst="straightConnector1">
              <a:avLst/>
            </a:prstGeom>
            <a:ln cap="rnd" w="9525">
              <a:solidFill>
                <a:srgbClr val="d9d9d9"/>
              </a:solidFill>
              <a:round/>
            </a:ln>
          </p:spPr>
        </p:cxnSp>
        <p:sp>
          <p:nvSpPr>
            <p:cNvPr id="134" name="Rectangle 23"/>
            <p:cNvSpPr/>
            <p:nvPr/>
          </p:nvSpPr>
          <p:spPr>
            <a:xfrm>
              <a:off x="9181440" y="-8640"/>
              <a:ext cx="3006360" cy="6865560"/>
            </a:xfrm>
            <a:custGeom>
              <a:avLst/>
              <a:gdLst>
                <a:gd name="textAreaLeft" fmla="*/ 0 w 3006360"/>
                <a:gd name="textAreaRight" fmla="*/ 3007440 w 30063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5" name="Rectangle 25"/>
            <p:cNvSpPr/>
            <p:nvPr/>
          </p:nvSpPr>
          <p:spPr>
            <a:xfrm>
              <a:off x="9603360" y="-8640"/>
              <a:ext cx="2587320" cy="6865560"/>
            </a:xfrm>
            <a:custGeom>
              <a:avLst/>
              <a:gdLst>
                <a:gd name="textAreaLeft" fmla="*/ 0 w 2587320"/>
                <a:gd name="textAreaRight" fmla="*/ 2588400 w 258732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6" name="Isosceles Triangle 23"/>
            <p:cNvSpPr/>
            <p:nvPr/>
          </p:nvSpPr>
          <p:spPr>
            <a:xfrm>
              <a:off x="8932320" y="3048120"/>
              <a:ext cx="3258720" cy="38088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7" name="Rectangle 27"/>
            <p:cNvSpPr/>
            <p:nvPr/>
          </p:nvSpPr>
          <p:spPr>
            <a:xfrm>
              <a:off x="9334440" y="-8640"/>
              <a:ext cx="2853360" cy="6865560"/>
            </a:xfrm>
            <a:custGeom>
              <a:avLst/>
              <a:gdLst>
                <a:gd name="textAreaLeft" fmla="*/ 0 w 2853360"/>
                <a:gd name="textAreaRight" fmla="*/ 2854440 w 28533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8" name="Rectangle 28"/>
            <p:cNvSpPr/>
            <p:nvPr/>
          </p:nvSpPr>
          <p:spPr>
            <a:xfrm>
              <a:off x="10898640" y="-8640"/>
              <a:ext cx="1289160" cy="6865560"/>
            </a:xfrm>
            <a:custGeom>
              <a:avLst/>
              <a:gdLst>
                <a:gd name="textAreaLeft" fmla="*/ 0 w 1289160"/>
                <a:gd name="textAreaRight" fmla="*/ 1290240 w 12891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9" name="Rectangle 29"/>
            <p:cNvSpPr/>
            <p:nvPr/>
          </p:nvSpPr>
          <p:spPr>
            <a:xfrm>
              <a:off x="10938960" y="-8640"/>
              <a:ext cx="1248840" cy="6865560"/>
            </a:xfrm>
            <a:custGeom>
              <a:avLst/>
              <a:gdLst>
                <a:gd name="textAreaLeft" fmla="*/ 0 w 1248840"/>
                <a:gd name="textAreaRight" fmla="*/ 1249920 w 124884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0" name="Isosceles Triangle 27"/>
            <p:cNvSpPr/>
            <p:nvPr/>
          </p:nvSpPr>
          <p:spPr>
            <a:xfrm>
              <a:off x="10371600" y="3589920"/>
              <a:ext cx="1816200" cy="3267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1" name="Isosceles Triangle 28"/>
            <p:cNvSpPr/>
            <p:nvPr/>
          </p:nvSpPr>
          <p:spPr>
            <a:xfrm>
              <a:off x="0" y="4013280"/>
              <a:ext cx="447480" cy="284364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42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5720" cy="131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cs-CZ" sz="36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Kliknutím lze upravit styl.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PlaceHolder 2"/>
          <p:cNvSpPr>
            <a:spLocks noGrp="1"/>
          </p:cNvSpPr>
          <p:nvPr>
            <p:ph type="body"/>
          </p:nvPr>
        </p:nvSpPr>
        <p:spPr>
          <a:xfrm>
            <a:off x="677160" y="2160720"/>
            <a:ext cx="4182840" cy="3879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cs-CZ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Upravte styly předlohy textu.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cs-CZ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Druhá úroveň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cs-CZ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Třetí úroveň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cs-CZ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Čtvrtá úroveň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cs-CZ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Pátá úroveň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PlaceHolder 3"/>
          <p:cNvSpPr>
            <a:spLocks noGrp="1"/>
          </p:cNvSpPr>
          <p:nvPr>
            <p:ph type="body"/>
          </p:nvPr>
        </p:nvSpPr>
        <p:spPr>
          <a:xfrm>
            <a:off x="5090040" y="2160720"/>
            <a:ext cx="4182840" cy="3879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cs-CZ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Upravte styly předlohy textu.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cs-CZ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Druhá úroveň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cs-CZ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Třetí úroveň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cs-CZ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Čtvrtá úroveň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cs-CZ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Pátá úroveň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PlaceHolder 4"/>
          <p:cNvSpPr>
            <a:spLocks noGrp="1"/>
          </p:cNvSpPr>
          <p:nvPr>
            <p:ph type="dt" idx="22"/>
          </p:nvPr>
        </p:nvSpPr>
        <p:spPr>
          <a:xfrm>
            <a:off x="7205040" y="6041520"/>
            <a:ext cx="9108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sk-SK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sk-SK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6" name="PlaceHolder 5"/>
          <p:cNvSpPr>
            <a:spLocks noGrp="1"/>
          </p:cNvSpPr>
          <p:nvPr>
            <p:ph type="ftr" idx="23"/>
          </p:nvPr>
        </p:nvSpPr>
        <p:spPr>
          <a:xfrm>
            <a:off x="677160" y="6041520"/>
            <a:ext cx="6296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7" name="PlaceHolder 6"/>
          <p:cNvSpPr>
            <a:spLocks noGrp="1"/>
          </p:cNvSpPr>
          <p:nvPr>
            <p:ph type="sldNum" idx="24"/>
          </p:nvPr>
        </p:nvSpPr>
        <p:spPr>
          <a:xfrm>
            <a:off x="8590680" y="6041520"/>
            <a:ext cx="6822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sk-SK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F077B4B-6DC4-4DBF-875A-4270FB2681CD}" type="slidenum">
              <a:rPr lang="sk-SK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orovnání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8" name="Group 6"/>
          <p:cNvGrpSpPr/>
          <p:nvPr/>
        </p:nvGrpSpPr>
        <p:grpSpPr>
          <a:xfrm>
            <a:off x="0" y="-8640"/>
            <a:ext cx="12191040" cy="6867360"/>
            <a:chOff x="0" y="-8640"/>
            <a:chExt cx="12191040" cy="6867360"/>
          </a:xfrm>
        </p:grpSpPr>
        <p:cxnSp>
          <p:nvCxnSpPr>
            <p:cNvPr id="149" name="Straight Connector 19"/>
            <p:cNvCxnSpPr/>
            <p:nvPr/>
          </p:nvCxnSpPr>
          <p:spPr>
            <a:xfrm>
              <a:off x="9370800" y="0"/>
              <a:ext cx="1220400" cy="6859080"/>
            </a:xfrm>
            <a:prstGeom prst="straightConnector1">
              <a:avLst/>
            </a:prstGeom>
            <a:ln cap="rnd" w="9525">
              <a:solidFill>
                <a:srgbClr val="bfbfbf"/>
              </a:solidFill>
              <a:round/>
            </a:ln>
          </p:spPr>
        </p:cxnSp>
        <p:cxnSp>
          <p:nvCxnSpPr>
            <p:cNvPr id="150" name="Straight Connector 20"/>
            <p:cNvCxnSpPr/>
            <p:nvPr/>
          </p:nvCxnSpPr>
          <p:spPr>
            <a:xfrm flipH="1">
              <a:off x="7425000" y="3681360"/>
              <a:ext cx="4764600" cy="3177720"/>
            </a:xfrm>
            <a:prstGeom prst="straightConnector1">
              <a:avLst/>
            </a:prstGeom>
            <a:ln cap="rnd" w="9525">
              <a:solidFill>
                <a:srgbClr val="d9d9d9"/>
              </a:solidFill>
              <a:round/>
            </a:ln>
          </p:spPr>
        </p:cxnSp>
        <p:sp>
          <p:nvSpPr>
            <p:cNvPr id="151" name="Rectangle 23"/>
            <p:cNvSpPr/>
            <p:nvPr/>
          </p:nvSpPr>
          <p:spPr>
            <a:xfrm>
              <a:off x="9181440" y="-8640"/>
              <a:ext cx="3006360" cy="6865560"/>
            </a:xfrm>
            <a:custGeom>
              <a:avLst/>
              <a:gdLst>
                <a:gd name="textAreaLeft" fmla="*/ 0 w 3006360"/>
                <a:gd name="textAreaRight" fmla="*/ 3007440 w 30063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2" name="Rectangle 25"/>
            <p:cNvSpPr/>
            <p:nvPr/>
          </p:nvSpPr>
          <p:spPr>
            <a:xfrm>
              <a:off x="9603360" y="-8640"/>
              <a:ext cx="2587320" cy="6865560"/>
            </a:xfrm>
            <a:custGeom>
              <a:avLst/>
              <a:gdLst>
                <a:gd name="textAreaLeft" fmla="*/ 0 w 2587320"/>
                <a:gd name="textAreaRight" fmla="*/ 2588400 w 258732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3" name="Isosceles Triangle 23"/>
            <p:cNvSpPr/>
            <p:nvPr/>
          </p:nvSpPr>
          <p:spPr>
            <a:xfrm>
              <a:off x="8932320" y="3048120"/>
              <a:ext cx="3258720" cy="38088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4" name="Rectangle 27"/>
            <p:cNvSpPr/>
            <p:nvPr/>
          </p:nvSpPr>
          <p:spPr>
            <a:xfrm>
              <a:off x="9334440" y="-8640"/>
              <a:ext cx="2853360" cy="6865560"/>
            </a:xfrm>
            <a:custGeom>
              <a:avLst/>
              <a:gdLst>
                <a:gd name="textAreaLeft" fmla="*/ 0 w 2853360"/>
                <a:gd name="textAreaRight" fmla="*/ 2854440 w 28533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5" name="Rectangle 28"/>
            <p:cNvSpPr/>
            <p:nvPr/>
          </p:nvSpPr>
          <p:spPr>
            <a:xfrm>
              <a:off x="10898640" y="-8640"/>
              <a:ext cx="1289160" cy="6865560"/>
            </a:xfrm>
            <a:custGeom>
              <a:avLst/>
              <a:gdLst>
                <a:gd name="textAreaLeft" fmla="*/ 0 w 1289160"/>
                <a:gd name="textAreaRight" fmla="*/ 1290240 w 12891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6" name="Rectangle 29"/>
            <p:cNvSpPr/>
            <p:nvPr/>
          </p:nvSpPr>
          <p:spPr>
            <a:xfrm>
              <a:off x="10938960" y="-8640"/>
              <a:ext cx="1248840" cy="6865560"/>
            </a:xfrm>
            <a:custGeom>
              <a:avLst/>
              <a:gdLst>
                <a:gd name="textAreaLeft" fmla="*/ 0 w 1248840"/>
                <a:gd name="textAreaRight" fmla="*/ 1249920 w 124884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7" name="Isosceles Triangle 27"/>
            <p:cNvSpPr/>
            <p:nvPr/>
          </p:nvSpPr>
          <p:spPr>
            <a:xfrm>
              <a:off x="10371600" y="3589920"/>
              <a:ext cx="1816200" cy="3267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8" name="Isosceles Triangle 28"/>
            <p:cNvSpPr/>
            <p:nvPr/>
          </p:nvSpPr>
          <p:spPr>
            <a:xfrm>
              <a:off x="0" y="4013280"/>
              <a:ext cx="447480" cy="284364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59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5720" cy="131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cs-CZ" sz="36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Kliknutím lze upravit styl.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PlaceHolder 2"/>
          <p:cNvSpPr>
            <a:spLocks noGrp="1"/>
          </p:cNvSpPr>
          <p:nvPr>
            <p:ph type="body"/>
          </p:nvPr>
        </p:nvSpPr>
        <p:spPr>
          <a:xfrm>
            <a:off x="675720" y="2161080"/>
            <a:ext cx="4184640" cy="575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cs-CZ" sz="2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Upravte styly předlohy textu.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PlaceHolder 3"/>
          <p:cNvSpPr>
            <a:spLocks noGrp="1"/>
          </p:cNvSpPr>
          <p:nvPr>
            <p:ph type="body"/>
          </p:nvPr>
        </p:nvSpPr>
        <p:spPr>
          <a:xfrm>
            <a:off x="675720" y="2737080"/>
            <a:ext cx="4184640" cy="3303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cs-CZ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Upravte styly předlohy textu.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cs-CZ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Druhá úroveň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cs-CZ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Třetí úroveň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cs-CZ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Čtvrtá úroveň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cs-CZ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Pátá úroveň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PlaceHolder 4"/>
          <p:cNvSpPr>
            <a:spLocks noGrp="1"/>
          </p:cNvSpPr>
          <p:nvPr>
            <p:ph type="body"/>
          </p:nvPr>
        </p:nvSpPr>
        <p:spPr>
          <a:xfrm>
            <a:off x="5088240" y="2161080"/>
            <a:ext cx="4184640" cy="575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cs-CZ" sz="2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Upravte styly předlohy textu.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PlaceHolder 5"/>
          <p:cNvSpPr>
            <a:spLocks noGrp="1"/>
          </p:cNvSpPr>
          <p:nvPr>
            <p:ph type="body"/>
          </p:nvPr>
        </p:nvSpPr>
        <p:spPr>
          <a:xfrm>
            <a:off x="5088240" y="2737080"/>
            <a:ext cx="4184640" cy="3303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cs-CZ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Upravte styly předlohy textu.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cs-CZ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Druhá úroveň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cs-CZ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Třetí úroveň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cs-CZ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Čtvrtá úroveň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cs-CZ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Pátá úroveň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PlaceHolder 6"/>
          <p:cNvSpPr>
            <a:spLocks noGrp="1"/>
          </p:cNvSpPr>
          <p:nvPr>
            <p:ph type="dt" idx="25"/>
          </p:nvPr>
        </p:nvSpPr>
        <p:spPr>
          <a:xfrm>
            <a:off x="7205040" y="6041520"/>
            <a:ext cx="9108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sk-SK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sk-SK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5" name="PlaceHolder 7"/>
          <p:cNvSpPr>
            <a:spLocks noGrp="1"/>
          </p:cNvSpPr>
          <p:nvPr>
            <p:ph type="ftr" idx="26"/>
          </p:nvPr>
        </p:nvSpPr>
        <p:spPr>
          <a:xfrm>
            <a:off x="677160" y="6041520"/>
            <a:ext cx="6296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6" name="PlaceHolder 8"/>
          <p:cNvSpPr>
            <a:spLocks noGrp="1"/>
          </p:cNvSpPr>
          <p:nvPr>
            <p:ph type="sldNum" idx="27"/>
          </p:nvPr>
        </p:nvSpPr>
        <p:spPr>
          <a:xfrm>
            <a:off x="8590680" y="6041520"/>
            <a:ext cx="6822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sk-SK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A753094-7BD5-478A-90BE-F81A3F779059}" type="slidenum">
              <a:rPr lang="sk-SK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Jenom nadpi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7" name="Group 6"/>
          <p:cNvGrpSpPr/>
          <p:nvPr/>
        </p:nvGrpSpPr>
        <p:grpSpPr>
          <a:xfrm>
            <a:off x="0" y="-8640"/>
            <a:ext cx="12191040" cy="6867360"/>
            <a:chOff x="0" y="-8640"/>
            <a:chExt cx="12191040" cy="6867360"/>
          </a:xfrm>
        </p:grpSpPr>
        <p:cxnSp>
          <p:nvCxnSpPr>
            <p:cNvPr id="168" name="Straight Connector 19"/>
            <p:cNvCxnSpPr/>
            <p:nvPr/>
          </p:nvCxnSpPr>
          <p:spPr>
            <a:xfrm>
              <a:off x="9370800" y="0"/>
              <a:ext cx="1220400" cy="6859080"/>
            </a:xfrm>
            <a:prstGeom prst="straightConnector1">
              <a:avLst/>
            </a:prstGeom>
            <a:ln cap="rnd" w="9525">
              <a:solidFill>
                <a:srgbClr val="bfbfbf"/>
              </a:solidFill>
              <a:round/>
            </a:ln>
          </p:spPr>
        </p:cxnSp>
        <p:cxnSp>
          <p:nvCxnSpPr>
            <p:cNvPr id="169" name="Straight Connector 20"/>
            <p:cNvCxnSpPr/>
            <p:nvPr/>
          </p:nvCxnSpPr>
          <p:spPr>
            <a:xfrm flipH="1">
              <a:off x="7425000" y="3681360"/>
              <a:ext cx="4764600" cy="3177720"/>
            </a:xfrm>
            <a:prstGeom prst="straightConnector1">
              <a:avLst/>
            </a:prstGeom>
            <a:ln cap="rnd" w="9525">
              <a:solidFill>
                <a:srgbClr val="d9d9d9"/>
              </a:solidFill>
              <a:round/>
            </a:ln>
          </p:spPr>
        </p:cxnSp>
        <p:sp>
          <p:nvSpPr>
            <p:cNvPr id="170" name="Rectangle 23"/>
            <p:cNvSpPr/>
            <p:nvPr/>
          </p:nvSpPr>
          <p:spPr>
            <a:xfrm>
              <a:off x="9181440" y="-8640"/>
              <a:ext cx="3006360" cy="6865560"/>
            </a:xfrm>
            <a:custGeom>
              <a:avLst/>
              <a:gdLst>
                <a:gd name="textAreaLeft" fmla="*/ 0 w 3006360"/>
                <a:gd name="textAreaRight" fmla="*/ 3007440 w 30063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1" name="Rectangle 25"/>
            <p:cNvSpPr/>
            <p:nvPr/>
          </p:nvSpPr>
          <p:spPr>
            <a:xfrm>
              <a:off x="9603360" y="-8640"/>
              <a:ext cx="2587320" cy="6865560"/>
            </a:xfrm>
            <a:custGeom>
              <a:avLst/>
              <a:gdLst>
                <a:gd name="textAreaLeft" fmla="*/ 0 w 2587320"/>
                <a:gd name="textAreaRight" fmla="*/ 2588400 w 258732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2" name="Isosceles Triangle 23"/>
            <p:cNvSpPr/>
            <p:nvPr/>
          </p:nvSpPr>
          <p:spPr>
            <a:xfrm>
              <a:off x="8932320" y="3048120"/>
              <a:ext cx="3258720" cy="38088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3" name="Rectangle 27"/>
            <p:cNvSpPr/>
            <p:nvPr/>
          </p:nvSpPr>
          <p:spPr>
            <a:xfrm>
              <a:off x="9334440" y="-8640"/>
              <a:ext cx="2853360" cy="6865560"/>
            </a:xfrm>
            <a:custGeom>
              <a:avLst/>
              <a:gdLst>
                <a:gd name="textAreaLeft" fmla="*/ 0 w 2853360"/>
                <a:gd name="textAreaRight" fmla="*/ 2854440 w 28533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4" name="Rectangle 28"/>
            <p:cNvSpPr/>
            <p:nvPr/>
          </p:nvSpPr>
          <p:spPr>
            <a:xfrm>
              <a:off x="10898640" y="-8640"/>
              <a:ext cx="1289160" cy="6865560"/>
            </a:xfrm>
            <a:custGeom>
              <a:avLst/>
              <a:gdLst>
                <a:gd name="textAreaLeft" fmla="*/ 0 w 1289160"/>
                <a:gd name="textAreaRight" fmla="*/ 1290240 w 12891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5" name="Rectangle 29"/>
            <p:cNvSpPr/>
            <p:nvPr/>
          </p:nvSpPr>
          <p:spPr>
            <a:xfrm>
              <a:off x="10938960" y="-8640"/>
              <a:ext cx="1248840" cy="6865560"/>
            </a:xfrm>
            <a:custGeom>
              <a:avLst/>
              <a:gdLst>
                <a:gd name="textAreaLeft" fmla="*/ 0 w 1248840"/>
                <a:gd name="textAreaRight" fmla="*/ 1249920 w 124884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6" name="Isosceles Triangle 27"/>
            <p:cNvSpPr/>
            <p:nvPr/>
          </p:nvSpPr>
          <p:spPr>
            <a:xfrm>
              <a:off x="10371600" y="3589920"/>
              <a:ext cx="1816200" cy="3267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7" name="Isosceles Triangle 28"/>
            <p:cNvSpPr/>
            <p:nvPr/>
          </p:nvSpPr>
          <p:spPr>
            <a:xfrm>
              <a:off x="0" y="4013280"/>
              <a:ext cx="447480" cy="284364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78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5720" cy="131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cs-CZ" sz="36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Kliknutím lze upravit styl.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PlaceHolder 2"/>
          <p:cNvSpPr>
            <a:spLocks noGrp="1"/>
          </p:cNvSpPr>
          <p:nvPr>
            <p:ph type="dt" idx="28"/>
          </p:nvPr>
        </p:nvSpPr>
        <p:spPr>
          <a:xfrm>
            <a:off x="7205040" y="6041520"/>
            <a:ext cx="9108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sk-SK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sk-SK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0" name="PlaceHolder 3"/>
          <p:cNvSpPr>
            <a:spLocks noGrp="1"/>
          </p:cNvSpPr>
          <p:nvPr>
            <p:ph type="ftr" idx="29"/>
          </p:nvPr>
        </p:nvSpPr>
        <p:spPr>
          <a:xfrm>
            <a:off x="677160" y="6041520"/>
            <a:ext cx="6296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1" name="PlaceHolder 4"/>
          <p:cNvSpPr>
            <a:spLocks noGrp="1"/>
          </p:cNvSpPr>
          <p:nvPr>
            <p:ph type="sldNum" idx="30"/>
          </p:nvPr>
        </p:nvSpPr>
        <p:spPr>
          <a:xfrm>
            <a:off x="8590680" y="6041520"/>
            <a:ext cx="6822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sk-SK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14C2FCE-350C-4F66-83AE-333F10719834}" type="slidenum">
              <a:rPr lang="sk-SK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rázdný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2" name="Group 6"/>
          <p:cNvGrpSpPr/>
          <p:nvPr/>
        </p:nvGrpSpPr>
        <p:grpSpPr>
          <a:xfrm>
            <a:off x="0" y="-8640"/>
            <a:ext cx="12191040" cy="6867360"/>
            <a:chOff x="0" y="-8640"/>
            <a:chExt cx="12191040" cy="6867360"/>
          </a:xfrm>
        </p:grpSpPr>
        <p:cxnSp>
          <p:nvCxnSpPr>
            <p:cNvPr id="183" name="Straight Connector 19"/>
            <p:cNvCxnSpPr/>
            <p:nvPr/>
          </p:nvCxnSpPr>
          <p:spPr>
            <a:xfrm>
              <a:off x="9370800" y="0"/>
              <a:ext cx="1220400" cy="6859080"/>
            </a:xfrm>
            <a:prstGeom prst="straightConnector1">
              <a:avLst/>
            </a:prstGeom>
            <a:ln cap="rnd" w="9525">
              <a:solidFill>
                <a:srgbClr val="bfbfbf"/>
              </a:solidFill>
              <a:round/>
            </a:ln>
          </p:spPr>
        </p:cxnSp>
        <p:cxnSp>
          <p:nvCxnSpPr>
            <p:cNvPr id="184" name="Straight Connector 20"/>
            <p:cNvCxnSpPr/>
            <p:nvPr/>
          </p:nvCxnSpPr>
          <p:spPr>
            <a:xfrm flipH="1">
              <a:off x="7425000" y="3681360"/>
              <a:ext cx="4764600" cy="3177720"/>
            </a:xfrm>
            <a:prstGeom prst="straightConnector1">
              <a:avLst/>
            </a:prstGeom>
            <a:ln cap="rnd" w="9525">
              <a:solidFill>
                <a:srgbClr val="d9d9d9"/>
              </a:solidFill>
              <a:round/>
            </a:ln>
          </p:spPr>
        </p:cxnSp>
        <p:sp>
          <p:nvSpPr>
            <p:cNvPr id="185" name="Rectangle 23"/>
            <p:cNvSpPr/>
            <p:nvPr/>
          </p:nvSpPr>
          <p:spPr>
            <a:xfrm>
              <a:off x="9181440" y="-8640"/>
              <a:ext cx="3006360" cy="6865560"/>
            </a:xfrm>
            <a:custGeom>
              <a:avLst/>
              <a:gdLst>
                <a:gd name="textAreaLeft" fmla="*/ 0 w 3006360"/>
                <a:gd name="textAreaRight" fmla="*/ 3007440 w 30063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6" name="Rectangle 25"/>
            <p:cNvSpPr/>
            <p:nvPr/>
          </p:nvSpPr>
          <p:spPr>
            <a:xfrm>
              <a:off x="9603360" y="-8640"/>
              <a:ext cx="2587320" cy="6865560"/>
            </a:xfrm>
            <a:custGeom>
              <a:avLst/>
              <a:gdLst>
                <a:gd name="textAreaLeft" fmla="*/ 0 w 2587320"/>
                <a:gd name="textAreaRight" fmla="*/ 2588400 w 258732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7" name="Isosceles Triangle 23"/>
            <p:cNvSpPr/>
            <p:nvPr/>
          </p:nvSpPr>
          <p:spPr>
            <a:xfrm>
              <a:off x="8932320" y="3048120"/>
              <a:ext cx="3258720" cy="38088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8" name="Rectangle 27"/>
            <p:cNvSpPr/>
            <p:nvPr/>
          </p:nvSpPr>
          <p:spPr>
            <a:xfrm>
              <a:off x="9334440" y="-8640"/>
              <a:ext cx="2853360" cy="6865560"/>
            </a:xfrm>
            <a:custGeom>
              <a:avLst/>
              <a:gdLst>
                <a:gd name="textAreaLeft" fmla="*/ 0 w 2853360"/>
                <a:gd name="textAreaRight" fmla="*/ 2854440 w 28533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9" name="Rectangle 28"/>
            <p:cNvSpPr/>
            <p:nvPr/>
          </p:nvSpPr>
          <p:spPr>
            <a:xfrm>
              <a:off x="10898640" y="-8640"/>
              <a:ext cx="1289160" cy="6865560"/>
            </a:xfrm>
            <a:custGeom>
              <a:avLst/>
              <a:gdLst>
                <a:gd name="textAreaLeft" fmla="*/ 0 w 1289160"/>
                <a:gd name="textAreaRight" fmla="*/ 1290240 w 12891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0" name="Rectangle 29"/>
            <p:cNvSpPr/>
            <p:nvPr/>
          </p:nvSpPr>
          <p:spPr>
            <a:xfrm>
              <a:off x="10938960" y="-8640"/>
              <a:ext cx="1248840" cy="6865560"/>
            </a:xfrm>
            <a:custGeom>
              <a:avLst/>
              <a:gdLst>
                <a:gd name="textAreaLeft" fmla="*/ 0 w 1248840"/>
                <a:gd name="textAreaRight" fmla="*/ 1249920 w 124884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1" name="Isosceles Triangle 27"/>
            <p:cNvSpPr/>
            <p:nvPr/>
          </p:nvSpPr>
          <p:spPr>
            <a:xfrm>
              <a:off x="10371600" y="3589920"/>
              <a:ext cx="1816200" cy="3267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2" name="Isosceles Triangle 28"/>
            <p:cNvSpPr/>
            <p:nvPr/>
          </p:nvSpPr>
          <p:spPr>
            <a:xfrm>
              <a:off x="0" y="4013280"/>
              <a:ext cx="447480" cy="284364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93" name="PlaceHolder 1"/>
          <p:cNvSpPr>
            <a:spLocks noGrp="1"/>
          </p:cNvSpPr>
          <p:nvPr>
            <p:ph type="dt" idx="31"/>
          </p:nvPr>
        </p:nvSpPr>
        <p:spPr>
          <a:xfrm>
            <a:off x="7205040" y="6041520"/>
            <a:ext cx="9108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sk-SK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sk-SK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4" name="PlaceHolder 2"/>
          <p:cNvSpPr>
            <a:spLocks noGrp="1"/>
          </p:cNvSpPr>
          <p:nvPr>
            <p:ph type="ftr" idx="32"/>
          </p:nvPr>
        </p:nvSpPr>
        <p:spPr>
          <a:xfrm>
            <a:off x="677160" y="6041520"/>
            <a:ext cx="6296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5" name="PlaceHolder 3"/>
          <p:cNvSpPr>
            <a:spLocks noGrp="1"/>
          </p:cNvSpPr>
          <p:nvPr>
            <p:ph type="sldNum" idx="33"/>
          </p:nvPr>
        </p:nvSpPr>
        <p:spPr>
          <a:xfrm>
            <a:off x="8590680" y="6041520"/>
            <a:ext cx="6822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sk-SK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AFA81EF-FE47-4E21-ACDB-54BD320DEC8E}" type="slidenum">
              <a:rPr lang="sk-SK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bsah s titulkem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6" name="Group 6"/>
          <p:cNvGrpSpPr/>
          <p:nvPr/>
        </p:nvGrpSpPr>
        <p:grpSpPr>
          <a:xfrm>
            <a:off x="0" y="-8640"/>
            <a:ext cx="12191040" cy="6867360"/>
            <a:chOff x="0" y="-8640"/>
            <a:chExt cx="12191040" cy="6867360"/>
          </a:xfrm>
        </p:grpSpPr>
        <p:cxnSp>
          <p:nvCxnSpPr>
            <p:cNvPr id="197" name="Straight Connector 19"/>
            <p:cNvCxnSpPr/>
            <p:nvPr/>
          </p:nvCxnSpPr>
          <p:spPr>
            <a:xfrm>
              <a:off x="9370800" y="0"/>
              <a:ext cx="1220400" cy="6859080"/>
            </a:xfrm>
            <a:prstGeom prst="straightConnector1">
              <a:avLst/>
            </a:prstGeom>
            <a:ln cap="rnd" w="9525">
              <a:solidFill>
                <a:srgbClr val="bfbfbf"/>
              </a:solidFill>
              <a:round/>
            </a:ln>
          </p:spPr>
        </p:cxnSp>
        <p:cxnSp>
          <p:nvCxnSpPr>
            <p:cNvPr id="198" name="Straight Connector 20"/>
            <p:cNvCxnSpPr/>
            <p:nvPr/>
          </p:nvCxnSpPr>
          <p:spPr>
            <a:xfrm flipH="1">
              <a:off x="7425000" y="3681360"/>
              <a:ext cx="4764600" cy="3177720"/>
            </a:xfrm>
            <a:prstGeom prst="straightConnector1">
              <a:avLst/>
            </a:prstGeom>
            <a:ln cap="rnd" w="9525">
              <a:solidFill>
                <a:srgbClr val="d9d9d9"/>
              </a:solidFill>
              <a:round/>
            </a:ln>
          </p:spPr>
        </p:cxnSp>
        <p:sp>
          <p:nvSpPr>
            <p:cNvPr id="199" name="Rectangle 23"/>
            <p:cNvSpPr/>
            <p:nvPr/>
          </p:nvSpPr>
          <p:spPr>
            <a:xfrm>
              <a:off x="9181440" y="-8640"/>
              <a:ext cx="3006360" cy="6865560"/>
            </a:xfrm>
            <a:custGeom>
              <a:avLst/>
              <a:gdLst>
                <a:gd name="textAreaLeft" fmla="*/ 0 w 3006360"/>
                <a:gd name="textAreaRight" fmla="*/ 3007440 w 30063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0" name="Rectangle 25"/>
            <p:cNvSpPr/>
            <p:nvPr/>
          </p:nvSpPr>
          <p:spPr>
            <a:xfrm>
              <a:off x="9603360" y="-8640"/>
              <a:ext cx="2587320" cy="6865560"/>
            </a:xfrm>
            <a:custGeom>
              <a:avLst/>
              <a:gdLst>
                <a:gd name="textAreaLeft" fmla="*/ 0 w 2587320"/>
                <a:gd name="textAreaRight" fmla="*/ 2588400 w 258732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1" name="Isosceles Triangle 23"/>
            <p:cNvSpPr/>
            <p:nvPr/>
          </p:nvSpPr>
          <p:spPr>
            <a:xfrm>
              <a:off x="8932320" y="3048120"/>
              <a:ext cx="3258720" cy="38088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2" name="Rectangle 27"/>
            <p:cNvSpPr/>
            <p:nvPr/>
          </p:nvSpPr>
          <p:spPr>
            <a:xfrm>
              <a:off x="9334440" y="-8640"/>
              <a:ext cx="2853360" cy="6865560"/>
            </a:xfrm>
            <a:custGeom>
              <a:avLst/>
              <a:gdLst>
                <a:gd name="textAreaLeft" fmla="*/ 0 w 2853360"/>
                <a:gd name="textAreaRight" fmla="*/ 2854440 w 28533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3" name="Rectangle 28"/>
            <p:cNvSpPr/>
            <p:nvPr/>
          </p:nvSpPr>
          <p:spPr>
            <a:xfrm>
              <a:off x="10898640" y="-8640"/>
              <a:ext cx="1289160" cy="6865560"/>
            </a:xfrm>
            <a:custGeom>
              <a:avLst/>
              <a:gdLst>
                <a:gd name="textAreaLeft" fmla="*/ 0 w 1289160"/>
                <a:gd name="textAreaRight" fmla="*/ 1290240 w 12891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4" name="Rectangle 29"/>
            <p:cNvSpPr/>
            <p:nvPr/>
          </p:nvSpPr>
          <p:spPr>
            <a:xfrm>
              <a:off x="10938960" y="-8640"/>
              <a:ext cx="1248840" cy="6865560"/>
            </a:xfrm>
            <a:custGeom>
              <a:avLst/>
              <a:gdLst>
                <a:gd name="textAreaLeft" fmla="*/ 0 w 1248840"/>
                <a:gd name="textAreaRight" fmla="*/ 1249920 w 124884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5" name="Isosceles Triangle 27"/>
            <p:cNvSpPr/>
            <p:nvPr/>
          </p:nvSpPr>
          <p:spPr>
            <a:xfrm>
              <a:off x="10371600" y="3589920"/>
              <a:ext cx="1816200" cy="3267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6" name="Isosceles Triangle 28"/>
            <p:cNvSpPr/>
            <p:nvPr/>
          </p:nvSpPr>
          <p:spPr>
            <a:xfrm>
              <a:off x="0" y="4013280"/>
              <a:ext cx="447480" cy="284364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07" name="PlaceHolder 1"/>
          <p:cNvSpPr>
            <a:spLocks noGrp="1"/>
          </p:cNvSpPr>
          <p:nvPr>
            <p:ph type="title"/>
          </p:nvPr>
        </p:nvSpPr>
        <p:spPr>
          <a:xfrm>
            <a:off x="677160" y="1498680"/>
            <a:ext cx="3853440" cy="1277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cs-CZ" sz="20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Kliknutím lze upravit styl.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PlaceHolder 2"/>
          <p:cNvSpPr>
            <a:spLocks noGrp="1"/>
          </p:cNvSpPr>
          <p:nvPr>
            <p:ph type="body"/>
          </p:nvPr>
        </p:nvSpPr>
        <p:spPr>
          <a:xfrm>
            <a:off x="4760640" y="514800"/>
            <a:ext cx="4512600" cy="5525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cs-CZ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Upravte styly předlohy textu.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cs-CZ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Druhá úroveň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cs-CZ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Třetí úroveň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cs-CZ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Čtvrtá úroveň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cs-CZ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Pátá úroveň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PlaceHolder 3"/>
          <p:cNvSpPr>
            <a:spLocks noGrp="1"/>
          </p:cNvSpPr>
          <p:nvPr>
            <p:ph type="body"/>
          </p:nvPr>
        </p:nvSpPr>
        <p:spPr>
          <a:xfrm>
            <a:off x="677160" y="2777040"/>
            <a:ext cx="3853440" cy="2583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cs-CZ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Upravte styly předlohy textu.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PlaceHolder 4"/>
          <p:cNvSpPr>
            <a:spLocks noGrp="1"/>
          </p:cNvSpPr>
          <p:nvPr>
            <p:ph type="dt" idx="34"/>
          </p:nvPr>
        </p:nvSpPr>
        <p:spPr>
          <a:xfrm>
            <a:off x="7205040" y="6041520"/>
            <a:ext cx="9108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sk-SK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sk-SK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1" name="PlaceHolder 5"/>
          <p:cNvSpPr>
            <a:spLocks noGrp="1"/>
          </p:cNvSpPr>
          <p:nvPr>
            <p:ph type="ftr" idx="35"/>
          </p:nvPr>
        </p:nvSpPr>
        <p:spPr>
          <a:xfrm>
            <a:off x="677160" y="6041520"/>
            <a:ext cx="6296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2" name="PlaceHolder 6"/>
          <p:cNvSpPr>
            <a:spLocks noGrp="1"/>
          </p:cNvSpPr>
          <p:nvPr>
            <p:ph type="sldNum" idx="36"/>
          </p:nvPr>
        </p:nvSpPr>
        <p:spPr>
          <a:xfrm>
            <a:off x="8590680" y="6041520"/>
            <a:ext cx="6822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sk-SK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5E55B06-5758-411B-BB4D-7702288B3F48}" type="slidenum">
              <a:rPr lang="sk-SK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brázek s titulkem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3" name="Group 6"/>
          <p:cNvGrpSpPr/>
          <p:nvPr/>
        </p:nvGrpSpPr>
        <p:grpSpPr>
          <a:xfrm>
            <a:off x="0" y="-8640"/>
            <a:ext cx="12191040" cy="6867360"/>
            <a:chOff x="0" y="-8640"/>
            <a:chExt cx="12191040" cy="6867360"/>
          </a:xfrm>
        </p:grpSpPr>
        <p:cxnSp>
          <p:nvCxnSpPr>
            <p:cNvPr id="214" name="Straight Connector 19"/>
            <p:cNvCxnSpPr/>
            <p:nvPr/>
          </p:nvCxnSpPr>
          <p:spPr>
            <a:xfrm>
              <a:off x="9370800" y="0"/>
              <a:ext cx="1220400" cy="6859080"/>
            </a:xfrm>
            <a:prstGeom prst="straightConnector1">
              <a:avLst/>
            </a:prstGeom>
            <a:ln cap="rnd" w="9525">
              <a:solidFill>
                <a:srgbClr val="bfbfbf"/>
              </a:solidFill>
              <a:round/>
            </a:ln>
          </p:spPr>
        </p:cxnSp>
        <p:cxnSp>
          <p:nvCxnSpPr>
            <p:cNvPr id="215" name="Straight Connector 20"/>
            <p:cNvCxnSpPr/>
            <p:nvPr/>
          </p:nvCxnSpPr>
          <p:spPr>
            <a:xfrm flipH="1">
              <a:off x="7425000" y="3681360"/>
              <a:ext cx="4764600" cy="3177720"/>
            </a:xfrm>
            <a:prstGeom prst="straightConnector1">
              <a:avLst/>
            </a:prstGeom>
            <a:ln cap="rnd" w="9525">
              <a:solidFill>
                <a:srgbClr val="d9d9d9"/>
              </a:solidFill>
              <a:round/>
            </a:ln>
          </p:spPr>
        </p:cxnSp>
        <p:sp>
          <p:nvSpPr>
            <p:cNvPr id="216" name="Rectangle 23"/>
            <p:cNvSpPr/>
            <p:nvPr/>
          </p:nvSpPr>
          <p:spPr>
            <a:xfrm>
              <a:off x="9181440" y="-8640"/>
              <a:ext cx="3006360" cy="6865560"/>
            </a:xfrm>
            <a:custGeom>
              <a:avLst/>
              <a:gdLst>
                <a:gd name="textAreaLeft" fmla="*/ 0 w 3006360"/>
                <a:gd name="textAreaRight" fmla="*/ 3007440 w 30063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7" name="Rectangle 25"/>
            <p:cNvSpPr/>
            <p:nvPr/>
          </p:nvSpPr>
          <p:spPr>
            <a:xfrm>
              <a:off x="9603360" y="-8640"/>
              <a:ext cx="2587320" cy="6865560"/>
            </a:xfrm>
            <a:custGeom>
              <a:avLst/>
              <a:gdLst>
                <a:gd name="textAreaLeft" fmla="*/ 0 w 2587320"/>
                <a:gd name="textAreaRight" fmla="*/ 2588400 w 258732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8" name="Isosceles Triangle 23"/>
            <p:cNvSpPr/>
            <p:nvPr/>
          </p:nvSpPr>
          <p:spPr>
            <a:xfrm>
              <a:off x="8932320" y="3048120"/>
              <a:ext cx="3258720" cy="38088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9" name="Rectangle 27"/>
            <p:cNvSpPr/>
            <p:nvPr/>
          </p:nvSpPr>
          <p:spPr>
            <a:xfrm>
              <a:off x="9334440" y="-8640"/>
              <a:ext cx="2853360" cy="6865560"/>
            </a:xfrm>
            <a:custGeom>
              <a:avLst/>
              <a:gdLst>
                <a:gd name="textAreaLeft" fmla="*/ 0 w 2853360"/>
                <a:gd name="textAreaRight" fmla="*/ 2854440 w 28533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0" name="Rectangle 28"/>
            <p:cNvSpPr/>
            <p:nvPr/>
          </p:nvSpPr>
          <p:spPr>
            <a:xfrm>
              <a:off x="10898640" y="-8640"/>
              <a:ext cx="1289160" cy="6865560"/>
            </a:xfrm>
            <a:custGeom>
              <a:avLst/>
              <a:gdLst>
                <a:gd name="textAreaLeft" fmla="*/ 0 w 1289160"/>
                <a:gd name="textAreaRight" fmla="*/ 1290240 w 12891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1" name="Rectangle 29"/>
            <p:cNvSpPr/>
            <p:nvPr/>
          </p:nvSpPr>
          <p:spPr>
            <a:xfrm>
              <a:off x="10938960" y="-8640"/>
              <a:ext cx="1248840" cy="6865560"/>
            </a:xfrm>
            <a:custGeom>
              <a:avLst/>
              <a:gdLst>
                <a:gd name="textAreaLeft" fmla="*/ 0 w 1248840"/>
                <a:gd name="textAreaRight" fmla="*/ 1249920 w 124884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2" name="Isosceles Triangle 27"/>
            <p:cNvSpPr/>
            <p:nvPr/>
          </p:nvSpPr>
          <p:spPr>
            <a:xfrm>
              <a:off x="10371600" y="3589920"/>
              <a:ext cx="1816200" cy="3267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3" name="Isosceles Triangle 28"/>
            <p:cNvSpPr/>
            <p:nvPr/>
          </p:nvSpPr>
          <p:spPr>
            <a:xfrm>
              <a:off x="0" y="4013280"/>
              <a:ext cx="447480" cy="284364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24" name="PlaceHolder 1"/>
          <p:cNvSpPr>
            <a:spLocks noGrp="1"/>
          </p:cNvSpPr>
          <p:nvPr>
            <p:ph type="title"/>
          </p:nvPr>
        </p:nvSpPr>
        <p:spPr>
          <a:xfrm>
            <a:off x="677160" y="4800600"/>
            <a:ext cx="8595720" cy="56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cs-CZ" sz="24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Kliknutím lze upravit styl.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PlaceHolder 2"/>
          <p:cNvSpPr>
            <a:spLocks noGrp="1"/>
          </p:cNvSpPr>
          <p:nvPr>
            <p:ph type="body"/>
          </p:nvPr>
        </p:nvSpPr>
        <p:spPr>
          <a:xfrm>
            <a:off x="677160" y="609480"/>
            <a:ext cx="8595720" cy="384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cs-CZ" sz="16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Kliknutím na ikonu přidáte obrázek.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PlaceHolder 3"/>
          <p:cNvSpPr>
            <a:spLocks noGrp="1"/>
          </p:cNvSpPr>
          <p:nvPr>
            <p:ph type="body"/>
          </p:nvPr>
        </p:nvSpPr>
        <p:spPr>
          <a:xfrm>
            <a:off x="677160" y="5367240"/>
            <a:ext cx="8595720" cy="672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cs-CZ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Upravte styly předlohy textu.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PlaceHolder 4"/>
          <p:cNvSpPr>
            <a:spLocks noGrp="1"/>
          </p:cNvSpPr>
          <p:nvPr>
            <p:ph type="dt" idx="37"/>
          </p:nvPr>
        </p:nvSpPr>
        <p:spPr>
          <a:xfrm>
            <a:off x="7205040" y="6041520"/>
            <a:ext cx="9108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sk-SK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sk-SK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8" name="PlaceHolder 5"/>
          <p:cNvSpPr>
            <a:spLocks noGrp="1"/>
          </p:cNvSpPr>
          <p:nvPr>
            <p:ph type="ftr" idx="38"/>
          </p:nvPr>
        </p:nvSpPr>
        <p:spPr>
          <a:xfrm>
            <a:off x="677160" y="6041520"/>
            <a:ext cx="6296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9" name="PlaceHolder 6"/>
          <p:cNvSpPr>
            <a:spLocks noGrp="1"/>
          </p:cNvSpPr>
          <p:nvPr>
            <p:ph type="sldNum" idx="39"/>
          </p:nvPr>
        </p:nvSpPr>
        <p:spPr>
          <a:xfrm>
            <a:off x="8590680" y="6041520"/>
            <a:ext cx="6822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sk-SK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46FC8F9-B3E4-486F-9049-0FE56744A830}" type="slidenum">
              <a:rPr lang="sk-SK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Název a popise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0" name="Group 6"/>
          <p:cNvGrpSpPr/>
          <p:nvPr/>
        </p:nvGrpSpPr>
        <p:grpSpPr>
          <a:xfrm>
            <a:off x="0" y="-8640"/>
            <a:ext cx="12191040" cy="6867360"/>
            <a:chOff x="0" y="-8640"/>
            <a:chExt cx="12191040" cy="6867360"/>
          </a:xfrm>
        </p:grpSpPr>
        <p:cxnSp>
          <p:nvCxnSpPr>
            <p:cNvPr id="231" name="Straight Connector 19"/>
            <p:cNvCxnSpPr/>
            <p:nvPr/>
          </p:nvCxnSpPr>
          <p:spPr>
            <a:xfrm>
              <a:off x="9370800" y="0"/>
              <a:ext cx="1220400" cy="6859080"/>
            </a:xfrm>
            <a:prstGeom prst="straightConnector1">
              <a:avLst/>
            </a:prstGeom>
            <a:ln cap="rnd" w="9525">
              <a:solidFill>
                <a:srgbClr val="bfbfbf"/>
              </a:solidFill>
              <a:round/>
            </a:ln>
          </p:spPr>
        </p:cxnSp>
        <p:cxnSp>
          <p:nvCxnSpPr>
            <p:cNvPr id="232" name="Straight Connector 20"/>
            <p:cNvCxnSpPr/>
            <p:nvPr/>
          </p:nvCxnSpPr>
          <p:spPr>
            <a:xfrm flipH="1">
              <a:off x="7425000" y="3681360"/>
              <a:ext cx="4764600" cy="3177720"/>
            </a:xfrm>
            <a:prstGeom prst="straightConnector1">
              <a:avLst/>
            </a:prstGeom>
            <a:ln cap="rnd" w="9525">
              <a:solidFill>
                <a:srgbClr val="d9d9d9"/>
              </a:solidFill>
              <a:round/>
            </a:ln>
          </p:spPr>
        </p:cxnSp>
        <p:sp>
          <p:nvSpPr>
            <p:cNvPr id="233" name="Rectangle 23"/>
            <p:cNvSpPr/>
            <p:nvPr/>
          </p:nvSpPr>
          <p:spPr>
            <a:xfrm>
              <a:off x="9181440" y="-8640"/>
              <a:ext cx="3006360" cy="6865560"/>
            </a:xfrm>
            <a:custGeom>
              <a:avLst/>
              <a:gdLst>
                <a:gd name="textAreaLeft" fmla="*/ 0 w 3006360"/>
                <a:gd name="textAreaRight" fmla="*/ 3007440 w 30063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4" name="Rectangle 25"/>
            <p:cNvSpPr/>
            <p:nvPr/>
          </p:nvSpPr>
          <p:spPr>
            <a:xfrm>
              <a:off x="9603360" y="-8640"/>
              <a:ext cx="2587320" cy="6865560"/>
            </a:xfrm>
            <a:custGeom>
              <a:avLst/>
              <a:gdLst>
                <a:gd name="textAreaLeft" fmla="*/ 0 w 2587320"/>
                <a:gd name="textAreaRight" fmla="*/ 2588400 w 258732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5" name="Isosceles Triangle 23"/>
            <p:cNvSpPr/>
            <p:nvPr/>
          </p:nvSpPr>
          <p:spPr>
            <a:xfrm>
              <a:off x="8932320" y="3048120"/>
              <a:ext cx="3258720" cy="38088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6" name="Rectangle 27"/>
            <p:cNvSpPr/>
            <p:nvPr/>
          </p:nvSpPr>
          <p:spPr>
            <a:xfrm>
              <a:off x="9334440" y="-8640"/>
              <a:ext cx="2853360" cy="6865560"/>
            </a:xfrm>
            <a:custGeom>
              <a:avLst/>
              <a:gdLst>
                <a:gd name="textAreaLeft" fmla="*/ 0 w 2853360"/>
                <a:gd name="textAreaRight" fmla="*/ 2854440 w 28533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7" name="Rectangle 28"/>
            <p:cNvSpPr/>
            <p:nvPr/>
          </p:nvSpPr>
          <p:spPr>
            <a:xfrm>
              <a:off x="10898640" y="-8640"/>
              <a:ext cx="1289160" cy="6865560"/>
            </a:xfrm>
            <a:custGeom>
              <a:avLst/>
              <a:gdLst>
                <a:gd name="textAreaLeft" fmla="*/ 0 w 1289160"/>
                <a:gd name="textAreaRight" fmla="*/ 1290240 w 12891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8" name="Rectangle 29"/>
            <p:cNvSpPr/>
            <p:nvPr/>
          </p:nvSpPr>
          <p:spPr>
            <a:xfrm>
              <a:off x="10938960" y="-8640"/>
              <a:ext cx="1248840" cy="6865560"/>
            </a:xfrm>
            <a:custGeom>
              <a:avLst/>
              <a:gdLst>
                <a:gd name="textAreaLeft" fmla="*/ 0 w 1248840"/>
                <a:gd name="textAreaRight" fmla="*/ 1249920 w 124884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9" name="Isosceles Triangle 27"/>
            <p:cNvSpPr/>
            <p:nvPr/>
          </p:nvSpPr>
          <p:spPr>
            <a:xfrm>
              <a:off x="10371600" y="3589920"/>
              <a:ext cx="1816200" cy="3267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0" name="Isosceles Triangle 28"/>
            <p:cNvSpPr/>
            <p:nvPr/>
          </p:nvSpPr>
          <p:spPr>
            <a:xfrm>
              <a:off x="0" y="4013280"/>
              <a:ext cx="447480" cy="284364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41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5720" cy="3402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cs-CZ" sz="44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Kliknutím lze upravit styl.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PlaceHolder 2"/>
          <p:cNvSpPr>
            <a:spLocks noGrp="1"/>
          </p:cNvSpPr>
          <p:nvPr>
            <p:ph type="body"/>
          </p:nvPr>
        </p:nvSpPr>
        <p:spPr>
          <a:xfrm>
            <a:off x="677160" y="4470480"/>
            <a:ext cx="8595720" cy="1569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cs-CZ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Upravte styly předlohy textu.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PlaceHolder 3"/>
          <p:cNvSpPr>
            <a:spLocks noGrp="1"/>
          </p:cNvSpPr>
          <p:nvPr>
            <p:ph type="dt" idx="40"/>
          </p:nvPr>
        </p:nvSpPr>
        <p:spPr>
          <a:xfrm>
            <a:off x="7205040" y="6041520"/>
            <a:ext cx="9108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sk-SK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sk-SK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4" name="PlaceHolder 4"/>
          <p:cNvSpPr>
            <a:spLocks noGrp="1"/>
          </p:cNvSpPr>
          <p:nvPr>
            <p:ph type="ftr" idx="41"/>
          </p:nvPr>
        </p:nvSpPr>
        <p:spPr>
          <a:xfrm>
            <a:off x="677160" y="6041520"/>
            <a:ext cx="6296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5" name="PlaceHolder 5"/>
          <p:cNvSpPr>
            <a:spLocks noGrp="1"/>
          </p:cNvSpPr>
          <p:nvPr>
            <p:ph type="sldNum" idx="42"/>
          </p:nvPr>
        </p:nvSpPr>
        <p:spPr>
          <a:xfrm>
            <a:off x="8590680" y="6041520"/>
            <a:ext cx="6822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sk-SK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90D39DD-F16E-4177-921D-36B1CCC7BB93}" type="slidenum">
              <a:rPr lang="sk-SK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itace s popiskem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6" name="Group 6"/>
          <p:cNvGrpSpPr/>
          <p:nvPr/>
        </p:nvGrpSpPr>
        <p:grpSpPr>
          <a:xfrm>
            <a:off x="0" y="-8640"/>
            <a:ext cx="12191040" cy="6867360"/>
            <a:chOff x="0" y="-8640"/>
            <a:chExt cx="12191040" cy="6867360"/>
          </a:xfrm>
        </p:grpSpPr>
        <p:cxnSp>
          <p:nvCxnSpPr>
            <p:cNvPr id="247" name="Straight Connector 19"/>
            <p:cNvCxnSpPr/>
            <p:nvPr/>
          </p:nvCxnSpPr>
          <p:spPr>
            <a:xfrm>
              <a:off x="9370800" y="0"/>
              <a:ext cx="1220400" cy="6859080"/>
            </a:xfrm>
            <a:prstGeom prst="straightConnector1">
              <a:avLst/>
            </a:prstGeom>
            <a:ln cap="rnd" w="9525">
              <a:solidFill>
                <a:srgbClr val="bfbfbf"/>
              </a:solidFill>
              <a:round/>
            </a:ln>
          </p:spPr>
        </p:cxnSp>
        <p:cxnSp>
          <p:nvCxnSpPr>
            <p:cNvPr id="248" name="Straight Connector 20"/>
            <p:cNvCxnSpPr/>
            <p:nvPr/>
          </p:nvCxnSpPr>
          <p:spPr>
            <a:xfrm flipH="1">
              <a:off x="7425000" y="3681360"/>
              <a:ext cx="4764600" cy="3177720"/>
            </a:xfrm>
            <a:prstGeom prst="straightConnector1">
              <a:avLst/>
            </a:prstGeom>
            <a:ln cap="rnd" w="9525">
              <a:solidFill>
                <a:srgbClr val="d9d9d9"/>
              </a:solidFill>
              <a:round/>
            </a:ln>
          </p:spPr>
        </p:cxnSp>
        <p:sp>
          <p:nvSpPr>
            <p:cNvPr id="249" name="Rectangle 23"/>
            <p:cNvSpPr/>
            <p:nvPr/>
          </p:nvSpPr>
          <p:spPr>
            <a:xfrm>
              <a:off x="9181440" y="-8640"/>
              <a:ext cx="3006360" cy="6865560"/>
            </a:xfrm>
            <a:custGeom>
              <a:avLst/>
              <a:gdLst>
                <a:gd name="textAreaLeft" fmla="*/ 0 w 3006360"/>
                <a:gd name="textAreaRight" fmla="*/ 3007440 w 30063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0" name="Rectangle 25"/>
            <p:cNvSpPr/>
            <p:nvPr/>
          </p:nvSpPr>
          <p:spPr>
            <a:xfrm>
              <a:off x="9603360" y="-8640"/>
              <a:ext cx="2587320" cy="6865560"/>
            </a:xfrm>
            <a:custGeom>
              <a:avLst/>
              <a:gdLst>
                <a:gd name="textAreaLeft" fmla="*/ 0 w 2587320"/>
                <a:gd name="textAreaRight" fmla="*/ 2588400 w 258732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1" name="Isosceles Triangle 23"/>
            <p:cNvSpPr/>
            <p:nvPr/>
          </p:nvSpPr>
          <p:spPr>
            <a:xfrm>
              <a:off x="8932320" y="3048120"/>
              <a:ext cx="3258720" cy="38088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2" name="Rectangle 27"/>
            <p:cNvSpPr/>
            <p:nvPr/>
          </p:nvSpPr>
          <p:spPr>
            <a:xfrm>
              <a:off x="9334440" y="-8640"/>
              <a:ext cx="2853360" cy="6865560"/>
            </a:xfrm>
            <a:custGeom>
              <a:avLst/>
              <a:gdLst>
                <a:gd name="textAreaLeft" fmla="*/ 0 w 2853360"/>
                <a:gd name="textAreaRight" fmla="*/ 2854440 w 28533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3" name="Rectangle 28"/>
            <p:cNvSpPr/>
            <p:nvPr/>
          </p:nvSpPr>
          <p:spPr>
            <a:xfrm>
              <a:off x="10898640" y="-8640"/>
              <a:ext cx="1289160" cy="6865560"/>
            </a:xfrm>
            <a:custGeom>
              <a:avLst/>
              <a:gdLst>
                <a:gd name="textAreaLeft" fmla="*/ 0 w 1289160"/>
                <a:gd name="textAreaRight" fmla="*/ 1290240 w 12891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4" name="Rectangle 29"/>
            <p:cNvSpPr/>
            <p:nvPr/>
          </p:nvSpPr>
          <p:spPr>
            <a:xfrm>
              <a:off x="10938960" y="-8640"/>
              <a:ext cx="1248840" cy="6865560"/>
            </a:xfrm>
            <a:custGeom>
              <a:avLst/>
              <a:gdLst>
                <a:gd name="textAreaLeft" fmla="*/ 0 w 1248840"/>
                <a:gd name="textAreaRight" fmla="*/ 1249920 w 124884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5" name="Isosceles Triangle 27"/>
            <p:cNvSpPr/>
            <p:nvPr/>
          </p:nvSpPr>
          <p:spPr>
            <a:xfrm>
              <a:off x="10371600" y="3589920"/>
              <a:ext cx="1816200" cy="3267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6" name="Isosceles Triangle 28"/>
            <p:cNvSpPr/>
            <p:nvPr/>
          </p:nvSpPr>
          <p:spPr>
            <a:xfrm>
              <a:off x="0" y="4013280"/>
              <a:ext cx="447480" cy="284364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57" name="PlaceHolder 1"/>
          <p:cNvSpPr>
            <a:spLocks noGrp="1"/>
          </p:cNvSpPr>
          <p:nvPr>
            <p:ph type="title"/>
          </p:nvPr>
        </p:nvSpPr>
        <p:spPr>
          <a:xfrm>
            <a:off x="931320" y="609480"/>
            <a:ext cx="8093160" cy="302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cs-CZ" sz="44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Kliknutím lze upravit styl.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PlaceHolder 2"/>
          <p:cNvSpPr>
            <a:spLocks noGrp="1"/>
          </p:cNvSpPr>
          <p:nvPr>
            <p:ph type="body"/>
          </p:nvPr>
        </p:nvSpPr>
        <p:spPr>
          <a:xfrm>
            <a:off x="1366200" y="3632040"/>
            <a:ext cx="7223400" cy="379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cs-CZ" sz="1600" b="0" u="none" strike="noStrik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Trebuchet MS"/>
              </a:rPr>
              <a:t>Upravte styly předlohy textu.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PlaceHolder 3"/>
          <p:cNvSpPr>
            <a:spLocks noGrp="1"/>
          </p:cNvSpPr>
          <p:nvPr>
            <p:ph type="body"/>
          </p:nvPr>
        </p:nvSpPr>
        <p:spPr>
          <a:xfrm>
            <a:off x="677160" y="4470480"/>
            <a:ext cx="8595720" cy="1569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cs-CZ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Upravte styly předlohy textu.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PlaceHolder 4"/>
          <p:cNvSpPr>
            <a:spLocks noGrp="1"/>
          </p:cNvSpPr>
          <p:nvPr>
            <p:ph type="dt" idx="43"/>
          </p:nvPr>
        </p:nvSpPr>
        <p:spPr>
          <a:xfrm>
            <a:off x="7205040" y="6041520"/>
            <a:ext cx="9108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sk-SK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sk-SK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1" name="PlaceHolder 5"/>
          <p:cNvSpPr>
            <a:spLocks noGrp="1"/>
          </p:cNvSpPr>
          <p:nvPr>
            <p:ph type="ftr" idx="44"/>
          </p:nvPr>
        </p:nvSpPr>
        <p:spPr>
          <a:xfrm>
            <a:off x="677160" y="6041520"/>
            <a:ext cx="6296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2" name="PlaceHolder 6"/>
          <p:cNvSpPr>
            <a:spLocks noGrp="1"/>
          </p:cNvSpPr>
          <p:nvPr>
            <p:ph type="sldNum" idx="45"/>
          </p:nvPr>
        </p:nvSpPr>
        <p:spPr>
          <a:xfrm>
            <a:off x="8590680" y="6041520"/>
            <a:ext cx="6822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sk-SK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91C19D2-C618-4BAC-9793-26D0BB6A596B}" type="slidenum">
              <a:rPr lang="sk-SK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3" name="TextBox 19"/>
          <p:cNvSpPr/>
          <p:nvPr/>
        </p:nvSpPr>
        <p:spPr>
          <a:xfrm>
            <a:off x="541800" y="790200"/>
            <a:ext cx="608400" cy="58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r>
              <a:rPr lang="en-US" sz="8000" b="0" u="none" strike="noStrike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FillTx/>
                <a:latin typeface="Arial"/>
              </a:rPr>
              <a:t>“</a:t>
            </a:r>
            <a:endParaRPr lang="en-US" sz="8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TextBox 21"/>
          <p:cNvSpPr/>
          <p:nvPr/>
        </p:nvSpPr>
        <p:spPr>
          <a:xfrm>
            <a:off x="8893080" y="2886480"/>
            <a:ext cx="608400" cy="58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r>
              <a:rPr lang="en-US" sz="8000" b="0" u="none" strike="noStrike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FillTx/>
                <a:latin typeface="Arial"/>
              </a:rPr>
              <a:t>”</a:t>
            </a:r>
            <a:endParaRPr lang="en-US" sz="8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5" name="Group 6"/>
          <p:cNvGrpSpPr/>
          <p:nvPr/>
        </p:nvGrpSpPr>
        <p:grpSpPr>
          <a:xfrm>
            <a:off x="0" y="-8640"/>
            <a:ext cx="12191040" cy="6867360"/>
            <a:chOff x="0" y="-8640"/>
            <a:chExt cx="12191040" cy="6867360"/>
          </a:xfrm>
        </p:grpSpPr>
        <p:cxnSp>
          <p:nvCxnSpPr>
            <p:cNvPr id="266" name="Straight Connector 19"/>
            <p:cNvCxnSpPr/>
            <p:nvPr/>
          </p:nvCxnSpPr>
          <p:spPr>
            <a:xfrm>
              <a:off x="9370800" y="0"/>
              <a:ext cx="1220400" cy="6859080"/>
            </a:xfrm>
            <a:prstGeom prst="straightConnector1">
              <a:avLst/>
            </a:prstGeom>
            <a:ln cap="rnd" w="9525">
              <a:solidFill>
                <a:srgbClr val="bfbfbf"/>
              </a:solidFill>
              <a:round/>
            </a:ln>
          </p:spPr>
        </p:cxnSp>
        <p:cxnSp>
          <p:nvCxnSpPr>
            <p:cNvPr id="267" name="Straight Connector 20"/>
            <p:cNvCxnSpPr/>
            <p:nvPr/>
          </p:nvCxnSpPr>
          <p:spPr>
            <a:xfrm flipH="1">
              <a:off x="7425000" y="3681360"/>
              <a:ext cx="4764600" cy="3177720"/>
            </a:xfrm>
            <a:prstGeom prst="straightConnector1">
              <a:avLst/>
            </a:prstGeom>
            <a:ln cap="rnd" w="9525">
              <a:solidFill>
                <a:srgbClr val="d9d9d9"/>
              </a:solidFill>
              <a:round/>
            </a:ln>
          </p:spPr>
        </p:cxnSp>
        <p:sp>
          <p:nvSpPr>
            <p:cNvPr id="268" name="Rectangle 23"/>
            <p:cNvSpPr/>
            <p:nvPr/>
          </p:nvSpPr>
          <p:spPr>
            <a:xfrm>
              <a:off x="9181440" y="-8640"/>
              <a:ext cx="3006360" cy="6865560"/>
            </a:xfrm>
            <a:custGeom>
              <a:avLst/>
              <a:gdLst>
                <a:gd name="textAreaLeft" fmla="*/ 0 w 3006360"/>
                <a:gd name="textAreaRight" fmla="*/ 3007440 w 30063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9" name="Rectangle 25"/>
            <p:cNvSpPr/>
            <p:nvPr/>
          </p:nvSpPr>
          <p:spPr>
            <a:xfrm>
              <a:off x="9603360" y="-8640"/>
              <a:ext cx="2587320" cy="6865560"/>
            </a:xfrm>
            <a:custGeom>
              <a:avLst/>
              <a:gdLst>
                <a:gd name="textAreaLeft" fmla="*/ 0 w 2587320"/>
                <a:gd name="textAreaRight" fmla="*/ 2588400 w 258732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0" name="Isosceles Triangle 23"/>
            <p:cNvSpPr/>
            <p:nvPr/>
          </p:nvSpPr>
          <p:spPr>
            <a:xfrm>
              <a:off x="8932320" y="3048120"/>
              <a:ext cx="3258720" cy="38088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1" name="Rectangle 27"/>
            <p:cNvSpPr/>
            <p:nvPr/>
          </p:nvSpPr>
          <p:spPr>
            <a:xfrm>
              <a:off x="9334440" y="-8640"/>
              <a:ext cx="2853360" cy="6865560"/>
            </a:xfrm>
            <a:custGeom>
              <a:avLst/>
              <a:gdLst>
                <a:gd name="textAreaLeft" fmla="*/ 0 w 2853360"/>
                <a:gd name="textAreaRight" fmla="*/ 2854440 w 28533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2" name="Rectangle 28"/>
            <p:cNvSpPr/>
            <p:nvPr/>
          </p:nvSpPr>
          <p:spPr>
            <a:xfrm>
              <a:off x="10898640" y="-8640"/>
              <a:ext cx="1289160" cy="6865560"/>
            </a:xfrm>
            <a:custGeom>
              <a:avLst/>
              <a:gdLst>
                <a:gd name="textAreaLeft" fmla="*/ 0 w 1289160"/>
                <a:gd name="textAreaRight" fmla="*/ 1290240 w 12891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3" name="Rectangle 29"/>
            <p:cNvSpPr/>
            <p:nvPr/>
          </p:nvSpPr>
          <p:spPr>
            <a:xfrm>
              <a:off x="10938960" y="-8640"/>
              <a:ext cx="1248840" cy="6865560"/>
            </a:xfrm>
            <a:custGeom>
              <a:avLst/>
              <a:gdLst>
                <a:gd name="textAreaLeft" fmla="*/ 0 w 1248840"/>
                <a:gd name="textAreaRight" fmla="*/ 1249920 w 124884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4" name="Isosceles Triangle 27"/>
            <p:cNvSpPr/>
            <p:nvPr/>
          </p:nvSpPr>
          <p:spPr>
            <a:xfrm>
              <a:off x="10371600" y="3589920"/>
              <a:ext cx="1816200" cy="3267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5" name="Isosceles Triangle 28"/>
            <p:cNvSpPr/>
            <p:nvPr/>
          </p:nvSpPr>
          <p:spPr>
            <a:xfrm>
              <a:off x="0" y="4013280"/>
              <a:ext cx="447480" cy="284364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76" name="PlaceHolder 1"/>
          <p:cNvSpPr>
            <a:spLocks noGrp="1"/>
          </p:cNvSpPr>
          <p:nvPr>
            <p:ph type="title"/>
          </p:nvPr>
        </p:nvSpPr>
        <p:spPr>
          <a:xfrm>
            <a:off x="677160" y="1132200"/>
            <a:ext cx="859572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7" name="PlaceHolder 2"/>
          <p:cNvSpPr>
            <a:spLocks noGrp="1"/>
          </p:cNvSpPr>
          <p:nvPr>
            <p:ph type="body"/>
          </p:nvPr>
        </p:nvSpPr>
        <p:spPr>
          <a:xfrm>
            <a:off x="677160" y="2160720"/>
            <a:ext cx="8595720" cy="3879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8" name="PlaceHolder 3"/>
          <p:cNvSpPr>
            <a:spLocks noGrp="1"/>
          </p:cNvSpPr>
          <p:nvPr>
            <p:ph type="ftr" idx="46"/>
          </p:nvPr>
        </p:nvSpPr>
        <p:spPr>
          <a:xfrm>
            <a:off x="677160" y="6041520"/>
            <a:ext cx="6296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9" name="PlaceHolder 4"/>
          <p:cNvSpPr>
            <a:spLocks noGrp="1"/>
          </p:cNvSpPr>
          <p:nvPr>
            <p:ph type="sldNum" idx="47"/>
          </p:nvPr>
        </p:nvSpPr>
        <p:spPr>
          <a:xfrm>
            <a:off x="8590680" y="6041520"/>
            <a:ext cx="6822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sk-SK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63F3FA6-A833-46E8-8830-695828BA9AC3}" type="slidenum">
              <a:rPr lang="sk-SK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0" name="PlaceHolder 5"/>
          <p:cNvSpPr>
            <a:spLocks noGrp="1"/>
          </p:cNvSpPr>
          <p:nvPr>
            <p:ph type="dt" idx="48"/>
          </p:nvPr>
        </p:nvSpPr>
        <p:spPr>
          <a:xfrm>
            <a:off x="7205040" y="6041520"/>
            <a:ext cx="9108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1" name="Group 6"/>
          <p:cNvGrpSpPr/>
          <p:nvPr/>
        </p:nvGrpSpPr>
        <p:grpSpPr>
          <a:xfrm>
            <a:off x="0" y="-8640"/>
            <a:ext cx="12191040" cy="6867360"/>
            <a:chOff x="0" y="-8640"/>
            <a:chExt cx="12191040" cy="6867360"/>
          </a:xfrm>
        </p:grpSpPr>
        <p:cxnSp>
          <p:nvCxnSpPr>
            <p:cNvPr id="282" name="Straight Connector 19"/>
            <p:cNvCxnSpPr/>
            <p:nvPr/>
          </p:nvCxnSpPr>
          <p:spPr>
            <a:xfrm>
              <a:off x="9370800" y="0"/>
              <a:ext cx="1220400" cy="6859080"/>
            </a:xfrm>
            <a:prstGeom prst="straightConnector1">
              <a:avLst/>
            </a:prstGeom>
            <a:ln cap="rnd" w="9525">
              <a:solidFill>
                <a:srgbClr val="bfbfbf"/>
              </a:solidFill>
              <a:round/>
            </a:ln>
          </p:spPr>
        </p:cxnSp>
        <p:cxnSp>
          <p:nvCxnSpPr>
            <p:cNvPr id="283" name="Straight Connector 20"/>
            <p:cNvCxnSpPr/>
            <p:nvPr/>
          </p:nvCxnSpPr>
          <p:spPr>
            <a:xfrm flipH="1">
              <a:off x="7425000" y="3681360"/>
              <a:ext cx="4764600" cy="3177720"/>
            </a:xfrm>
            <a:prstGeom prst="straightConnector1">
              <a:avLst/>
            </a:prstGeom>
            <a:ln cap="rnd" w="9525">
              <a:solidFill>
                <a:srgbClr val="d9d9d9"/>
              </a:solidFill>
              <a:round/>
            </a:ln>
          </p:spPr>
        </p:cxnSp>
        <p:sp>
          <p:nvSpPr>
            <p:cNvPr id="284" name="Rectangle 23"/>
            <p:cNvSpPr/>
            <p:nvPr/>
          </p:nvSpPr>
          <p:spPr>
            <a:xfrm>
              <a:off x="9181440" y="-8640"/>
              <a:ext cx="3006360" cy="6865560"/>
            </a:xfrm>
            <a:custGeom>
              <a:avLst/>
              <a:gdLst>
                <a:gd name="textAreaLeft" fmla="*/ 0 w 3006360"/>
                <a:gd name="textAreaRight" fmla="*/ 3007440 w 30063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5" name="Rectangle 25"/>
            <p:cNvSpPr/>
            <p:nvPr/>
          </p:nvSpPr>
          <p:spPr>
            <a:xfrm>
              <a:off x="9603360" y="-8640"/>
              <a:ext cx="2587320" cy="6865560"/>
            </a:xfrm>
            <a:custGeom>
              <a:avLst/>
              <a:gdLst>
                <a:gd name="textAreaLeft" fmla="*/ 0 w 2587320"/>
                <a:gd name="textAreaRight" fmla="*/ 2588400 w 258732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6" name="Isosceles Triangle 23"/>
            <p:cNvSpPr/>
            <p:nvPr/>
          </p:nvSpPr>
          <p:spPr>
            <a:xfrm>
              <a:off x="8932320" y="3048120"/>
              <a:ext cx="3258720" cy="38088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7" name="Rectangle 27"/>
            <p:cNvSpPr/>
            <p:nvPr/>
          </p:nvSpPr>
          <p:spPr>
            <a:xfrm>
              <a:off x="9334440" y="-8640"/>
              <a:ext cx="2853360" cy="6865560"/>
            </a:xfrm>
            <a:custGeom>
              <a:avLst/>
              <a:gdLst>
                <a:gd name="textAreaLeft" fmla="*/ 0 w 2853360"/>
                <a:gd name="textAreaRight" fmla="*/ 2854440 w 28533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8" name="Rectangle 28"/>
            <p:cNvSpPr/>
            <p:nvPr/>
          </p:nvSpPr>
          <p:spPr>
            <a:xfrm>
              <a:off x="10898640" y="-8640"/>
              <a:ext cx="1289160" cy="6865560"/>
            </a:xfrm>
            <a:custGeom>
              <a:avLst/>
              <a:gdLst>
                <a:gd name="textAreaLeft" fmla="*/ 0 w 1289160"/>
                <a:gd name="textAreaRight" fmla="*/ 1290240 w 12891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9" name="Rectangle 29"/>
            <p:cNvSpPr/>
            <p:nvPr/>
          </p:nvSpPr>
          <p:spPr>
            <a:xfrm>
              <a:off x="10938960" y="-8640"/>
              <a:ext cx="1248840" cy="6865560"/>
            </a:xfrm>
            <a:custGeom>
              <a:avLst/>
              <a:gdLst>
                <a:gd name="textAreaLeft" fmla="*/ 0 w 1248840"/>
                <a:gd name="textAreaRight" fmla="*/ 1249920 w 124884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0" name="Isosceles Triangle 27"/>
            <p:cNvSpPr/>
            <p:nvPr/>
          </p:nvSpPr>
          <p:spPr>
            <a:xfrm>
              <a:off x="10371600" y="3589920"/>
              <a:ext cx="1816200" cy="3267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1" name="Isosceles Triangle 28"/>
            <p:cNvSpPr/>
            <p:nvPr/>
          </p:nvSpPr>
          <p:spPr>
            <a:xfrm>
              <a:off x="0" y="4013280"/>
              <a:ext cx="447480" cy="284364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92" name="PlaceHolder 1"/>
          <p:cNvSpPr>
            <a:spLocks noGrp="1"/>
          </p:cNvSpPr>
          <p:nvPr>
            <p:ph type="title"/>
          </p:nvPr>
        </p:nvSpPr>
        <p:spPr>
          <a:xfrm>
            <a:off x="677160" y="1132200"/>
            <a:ext cx="859572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3" name="PlaceHolder 2"/>
          <p:cNvSpPr>
            <a:spLocks noGrp="1"/>
          </p:cNvSpPr>
          <p:nvPr>
            <p:ph type="ftr" idx="49"/>
          </p:nvPr>
        </p:nvSpPr>
        <p:spPr>
          <a:xfrm>
            <a:off x="677160" y="6041520"/>
            <a:ext cx="6296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4" name="PlaceHolder 3"/>
          <p:cNvSpPr>
            <a:spLocks noGrp="1"/>
          </p:cNvSpPr>
          <p:nvPr>
            <p:ph type="sldNum" idx="50"/>
          </p:nvPr>
        </p:nvSpPr>
        <p:spPr>
          <a:xfrm>
            <a:off x="8590680" y="6041520"/>
            <a:ext cx="6822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sk-SK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F5B021E-3F99-4E7F-8465-F869DFE0C5E1}" type="slidenum">
              <a:rPr lang="sk-SK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5" name="PlaceHolder 4"/>
          <p:cNvSpPr>
            <a:spLocks noGrp="1"/>
          </p:cNvSpPr>
          <p:nvPr>
            <p:ph type="dt" idx="51"/>
          </p:nvPr>
        </p:nvSpPr>
        <p:spPr>
          <a:xfrm>
            <a:off x="7205040" y="6041520"/>
            <a:ext cx="9108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6" name="Group 6"/>
          <p:cNvGrpSpPr/>
          <p:nvPr/>
        </p:nvGrpSpPr>
        <p:grpSpPr>
          <a:xfrm>
            <a:off x="0" y="-8640"/>
            <a:ext cx="12191040" cy="6867360"/>
            <a:chOff x="0" y="-8640"/>
            <a:chExt cx="12191040" cy="6867360"/>
          </a:xfrm>
        </p:grpSpPr>
        <p:cxnSp>
          <p:nvCxnSpPr>
            <p:cNvPr id="297" name="Straight Connector 19"/>
            <p:cNvCxnSpPr/>
            <p:nvPr/>
          </p:nvCxnSpPr>
          <p:spPr>
            <a:xfrm>
              <a:off x="9370800" y="0"/>
              <a:ext cx="1220400" cy="6859080"/>
            </a:xfrm>
            <a:prstGeom prst="straightConnector1">
              <a:avLst/>
            </a:prstGeom>
            <a:ln cap="rnd" w="9525">
              <a:solidFill>
                <a:srgbClr val="bfbfbf"/>
              </a:solidFill>
              <a:round/>
            </a:ln>
          </p:spPr>
        </p:cxnSp>
        <p:cxnSp>
          <p:nvCxnSpPr>
            <p:cNvPr id="298" name="Straight Connector 20"/>
            <p:cNvCxnSpPr/>
            <p:nvPr/>
          </p:nvCxnSpPr>
          <p:spPr>
            <a:xfrm flipH="1">
              <a:off x="7425000" y="3681360"/>
              <a:ext cx="4764600" cy="3177720"/>
            </a:xfrm>
            <a:prstGeom prst="straightConnector1">
              <a:avLst/>
            </a:prstGeom>
            <a:ln cap="rnd" w="9525">
              <a:solidFill>
                <a:srgbClr val="d9d9d9"/>
              </a:solidFill>
              <a:round/>
            </a:ln>
          </p:spPr>
        </p:cxnSp>
        <p:sp>
          <p:nvSpPr>
            <p:cNvPr id="299" name="Rectangle 23"/>
            <p:cNvSpPr/>
            <p:nvPr/>
          </p:nvSpPr>
          <p:spPr>
            <a:xfrm>
              <a:off x="9181440" y="-8640"/>
              <a:ext cx="3006360" cy="6865560"/>
            </a:xfrm>
            <a:custGeom>
              <a:avLst/>
              <a:gdLst>
                <a:gd name="textAreaLeft" fmla="*/ 0 w 3006360"/>
                <a:gd name="textAreaRight" fmla="*/ 3007440 w 30063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0" name="Rectangle 25"/>
            <p:cNvSpPr/>
            <p:nvPr/>
          </p:nvSpPr>
          <p:spPr>
            <a:xfrm>
              <a:off x="9603360" y="-8640"/>
              <a:ext cx="2587320" cy="6865560"/>
            </a:xfrm>
            <a:custGeom>
              <a:avLst/>
              <a:gdLst>
                <a:gd name="textAreaLeft" fmla="*/ 0 w 2587320"/>
                <a:gd name="textAreaRight" fmla="*/ 2588400 w 258732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1" name="Isosceles Triangle 23"/>
            <p:cNvSpPr/>
            <p:nvPr/>
          </p:nvSpPr>
          <p:spPr>
            <a:xfrm>
              <a:off x="8932320" y="3048120"/>
              <a:ext cx="3258720" cy="38088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2" name="Rectangle 27"/>
            <p:cNvSpPr/>
            <p:nvPr/>
          </p:nvSpPr>
          <p:spPr>
            <a:xfrm>
              <a:off x="9334440" y="-8640"/>
              <a:ext cx="2853360" cy="6865560"/>
            </a:xfrm>
            <a:custGeom>
              <a:avLst/>
              <a:gdLst>
                <a:gd name="textAreaLeft" fmla="*/ 0 w 2853360"/>
                <a:gd name="textAreaRight" fmla="*/ 2854440 w 28533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3" name="Rectangle 28"/>
            <p:cNvSpPr/>
            <p:nvPr/>
          </p:nvSpPr>
          <p:spPr>
            <a:xfrm>
              <a:off x="10898640" y="-8640"/>
              <a:ext cx="1289160" cy="6865560"/>
            </a:xfrm>
            <a:custGeom>
              <a:avLst/>
              <a:gdLst>
                <a:gd name="textAreaLeft" fmla="*/ 0 w 1289160"/>
                <a:gd name="textAreaRight" fmla="*/ 1290240 w 12891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4" name="Rectangle 29"/>
            <p:cNvSpPr/>
            <p:nvPr/>
          </p:nvSpPr>
          <p:spPr>
            <a:xfrm>
              <a:off x="10938960" y="-8640"/>
              <a:ext cx="1248840" cy="6865560"/>
            </a:xfrm>
            <a:custGeom>
              <a:avLst/>
              <a:gdLst>
                <a:gd name="textAreaLeft" fmla="*/ 0 w 1248840"/>
                <a:gd name="textAreaRight" fmla="*/ 1249920 w 124884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5" name="Isosceles Triangle 27"/>
            <p:cNvSpPr/>
            <p:nvPr/>
          </p:nvSpPr>
          <p:spPr>
            <a:xfrm>
              <a:off x="10371600" y="3589920"/>
              <a:ext cx="1816200" cy="3267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6" name="Isosceles Triangle 28"/>
            <p:cNvSpPr/>
            <p:nvPr/>
          </p:nvSpPr>
          <p:spPr>
            <a:xfrm>
              <a:off x="0" y="4013280"/>
              <a:ext cx="447480" cy="284364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07" name="PlaceHolder 1"/>
          <p:cNvSpPr>
            <a:spLocks noGrp="1"/>
          </p:cNvSpPr>
          <p:nvPr>
            <p:ph type="title"/>
          </p:nvPr>
        </p:nvSpPr>
        <p:spPr>
          <a:xfrm>
            <a:off x="677160" y="1131840"/>
            <a:ext cx="859572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8" name="PlaceHolder 2"/>
          <p:cNvSpPr>
            <a:spLocks noGrp="1"/>
          </p:cNvSpPr>
          <p:nvPr>
            <p:ph type="body"/>
          </p:nvPr>
        </p:nvSpPr>
        <p:spPr>
          <a:xfrm>
            <a:off x="677160" y="2160720"/>
            <a:ext cx="8595720" cy="3879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9" name="PlaceHolder 3"/>
          <p:cNvSpPr>
            <a:spLocks noGrp="1"/>
          </p:cNvSpPr>
          <p:nvPr>
            <p:ph type="ftr" idx="52"/>
          </p:nvPr>
        </p:nvSpPr>
        <p:spPr>
          <a:xfrm>
            <a:off x="677160" y="6041520"/>
            <a:ext cx="6296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0" name="PlaceHolder 4"/>
          <p:cNvSpPr>
            <a:spLocks noGrp="1"/>
          </p:cNvSpPr>
          <p:nvPr>
            <p:ph type="sldNum" idx="53"/>
          </p:nvPr>
        </p:nvSpPr>
        <p:spPr>
          <a:xfrm>
            <a:off x="8590680" y="6041520"/>
            <a:ext cx="6822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sk-SK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63F9A06-BFCB-404F-AEA8-5E40BB5652D4}" type="slidenum">
              <a:rPr lang="sk-SK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1" name="PlaceHolder 5"/>
          <p:cNvSpPr>
            <a:spLocks noGrp="1"/>
          </p:cNvSpPr>
          <p:nvPr>
            <p:ph type="dt" idx="54"/>
          </p:nvPr>
        </p:nvSpPr>
        <p:spPr>
          <a:xfrm>
            <a:off x="7205040" y="6041520"/>
            <a:ext cx="9108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2" name="Group 6"/>
          <p:cNvGrpSpPr/>
          <p:nvPr/>
        </p:nvGrpSpPr>
        <p:grpSpPr>
          <a:xfrm>
            <a:off x="0" y="-8640"/>
            <a:ext cx="12191040" cy="6867360"/>
            <a:chOff x="0" y="-8640"/>
            <a:chExt cx="12191040" cy="6867360"/>
          </a:xfrm>
        </p:grpSpPr>
        <p:cxnSp>
          <p:nvCxnSpPr>
            <p:cNvPr id="313" name="Straight Connector 19"/>
            <p:cNvCxnSpPr/>
            <p:nvPr/>
          </p:nvCxnSpPr>
          <p:spPr>
            <a:xfrm>
              <a:off x="9370800" y="0"/>
              <a:ext cx="1220400" cy="6859080"/>
            </a:xfrm>
            <a:prstGeom prst="straightConnector1">
              <a:avLst/>
            </a:prstGeom>
            <a:ln cap="rnd" w="9525">
              <a:solidFill>
                <a:srgbClr val="bfbfbf"/>
              </a:solidFill>
              <a:round/>
            </a:ln>
          </p:spPr>
        </p:cxnSp>
        <p:cxnSp>
          <p:nvCxnSpPr>
            <p:cNvPr id="314" name="Straight Connector 20"/>
            <p:cNvCxnSpPr/>
            <p:nvPr/>
          </p:nvCxnSpPr>
          <p:spPr>
            <a:xfrm flipH="1">
              <a:off x="7425000" y="3681360"/>
              <a:ext cx="4764600" cy="3177720"/>
            </a:xfrm>
            <a:prstGeom prst="straightConnector1">
              <a:avLst/>
            </a:prstGeom>
            <a:ln cap="rnd" w="9525">
              <a:solidFill>
                <a:srgbClr val="d9d9d9"/>
              </a:solidFill>
              <a:round/>
            </a:ln>
          </p:spPr>
        </p:cxnSp>
        <p:sp>
          <p:nvSpPr>
            <p:cNvPr id="315" name="Rectangle 23"/>
            <p:cNvSpPr/>
            <p:nvPr/>
          </p:nvSpPr>
          <p:spPr>
            <a:xfrm>
              <a:off x="9181440" y="-8640"/>
              <a:ext cx="3006360" cy="6865560"/>
            </a:xfrm>
            <a:custGeom>
              <a:avLst/>
              <a:gdLst>
                <a:gd name="textAreaLeft" fmla="*/ 0 w 3006360"/>
                <a:gd name="textAreaRight" fmla="*/ 3007440 w 30063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16" name="Rectangle 25"/>
            <p:cNvSpPr/>
            <p:nvPr/>
          </p:nvSpPr>
          <p:spPr>
            <a:xfrm>
              <a:off x="9603360" y="-8640"/>
              <a:ext cx="2587320" cy="6865560"/>
            </a:xfrm>
            <a:custGeom>
              <a:avLst/>
              <a:gdLst>
                <a:gd name="textAreaLeft" fmla="*/ 0 w 2587320"/>
                <a:gd name="textAreaRight" fmla="*/ 2588400 w 258732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17" name="Isosceles Triangle 23"/>
            <p:cNvSpPr/>
            <p:nvPr/>
          </p:nvSpPr>
          <p:spPr>
            <a:xfrm>
              <a:off x="8932320" y="3048120"/>
              <a:ext cx="3258720" cy="38088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18" name="Rectangle 27"/>
            <p:cNvSpPr/>
            <p:nvPr/>
          </p:nvSpPr>
          <p:spPr>
            <a:xfrm>
              <a:off x="9334440" y="-8640"/>
              <a:ext cx="2853360" cy="6865560"/>
            </a:xfrm>
            <a:custGeom>
              <a:avLst/>
              <a:gdLst>
                <a:gd name="textAreaLeft" fmla="*/ 0 w 2853360"/>
                <a:gd name="textAreaRight" fmla="*/ 2854440 w 28533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19" name="Rectangle 28"/>
            <p:cNvSpPr/>
            <p:nvPr/>
          </p:nvSpPr>
          <p:spPr>
            <a:xfrm>
              <a:off x="10898640" y="-8640"/>
              <a:ext cx="1289160" cy="6865560"/>
            </a:xfrm>
            <a:custGeom>
              <a:avLst/>
              <a:gdLst>
                <a:gd name="textAreaLeft" fmla="*/ 0 w 1289160"/>
                <a:gd name="textAreaRight" fmla="*/ 1290240 w 12891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20" name="Rectangle 29"/>
            <p:cNvSpPr/>
            <p:nvPr/>
          </p:nvSpPr>
          <p:spPr>
            <a:xfrm>
              <a:off x="10938960" y="-8640"/>
              <a:ext cx="1248840" cy="6865560"/>
            </a:xfrm>
            <a:custGeom>
              <a:avLst/>
              <a:gdLst>
                <a:gd name="textAreaLeft" fmla="*/ 0 w 1248840"/>
                <a:gd name="textAreaRight" fmla="*/ 1249920 w 124884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21" name="Isosceles Triangle 27"/>
            <p:cNvSpPr/>
            <p:nvPr/>
          </p:nvSpPr>
          <p:spPr>
            <a:xfrm>
              <a:off x="10371600" y="3589920"/>
              <a:ext cx="1816200" cy="3267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22" name="Isosceles Triangle 28"/>
            <p:cNvSpPr/>
            <p:nvPr/>
          </p:nvSpPr>
          <p:spPr>
            <a:xfrm>
              <a:off x="0" y="4013280"/>
              <a:ext cx="447480" cy="284364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23" name="PlaceHolder 1"/>
          <p:cNvSpPr>
            <a:spLocks noGrp="1"/>
          </p:cNvSpPr>
          <p:nvPr>
            <p:ph type="title"/>
          </p:nvPr>
        </p:nvSpPr>
        <p:spPr>
          <a:xfrm>
            <a:off x="677160" y="1131840"/>
            <a:ext cx="859572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4" name="PlaceHolder 2"/>
          <p:cNvSpPr>
            <a:spLocks noGrp="1"/>
          </p:cNvSpPr>
          <p:nvPr>
            <p:ph type="ftr" idx="55"/>
          </p:nvPr>
        </p:nvSpPr>
        <p:spPr>
          <a:xfrm>
            <a:off x="677160" y="6041520"/>
            <a:ext cx="6296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5" name="PlaceHolder 3"/>
          <p:cNvSpPr>
            <a:spLocks noGrp="1"/>
          </p:cNvSpPr>
          <p:nvPr>
            <p:ph type="sldNum" idx="56"/>
          </p:nvPr>
        </p:nvSpPr>
        <p:spPr>
          <a:xfrm>
            <a:off x="8590680" y="6041520"/>
            <a:ext cx="6822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sk-SK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0A3C2E0-5163-48B0-A445-0974A40342A2}" type="slidenum">
              <a:rPr lang="sk-SK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6" name="PlaceHolder 4"/>
          <p:cNvSpPr>
            <a:spLocks noGrp="1"/>
          </p:cNvSpPr>
          <p:nvPr>
            <p:ph type="dt" idx="57"/>
          </p:nvPr>
        </p:nvSpPr>
        <p:spPr>
          <a:xfrm>
            <a:off x="7205040" y="6041520"/>
            <a:ext cx="9108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PlaceHolder 1"/>
          <p:cNvSpPr>
            <a:spLocks noGrp="1"/>
          </p:cNvSpPr>
          <p:nvPr>
            <p:ph type="title"/>
          </p:nvPr>
        </p:nvSpPr>
        <p:spPr>
          <a:xfrm>
            <a:off x="677160" y="956520"/>
            <a:ext cx="859572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4" name="PlaceHolder 2"/>
          <p:cNvSpPr>
            <a:spLocks noGrp="1"/>
          </p:cNvSpPr>
          <p:nvPr>
            <p:ph/>
          </p:nvPr>
        </p:nvSpPr>
        <p:spPr>
          <a:xfrm>
            <a:off x="677160" y="2160720"/>
            <a:ext cx="8595720" cy="3879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9"/>
          </p:nvPr>
        </p:nvSpPr>
        <p:spPr/>
        <p:txBody>
          <a:bodyPr/>
          <a:p>
            <a:fld id="{C8E1FDB0-A3B1-4654-8A01-ABE3ECCB7F2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PlaceHolder 1"/>
          <p:cNvSpPr>
            <a:spLocks noGrp="1"/>
          </p:cNvSpPr>
          <p:nvPr>
            <p:ph type="title"/>
          </p:nvPr>
        </p:nvSpPr>
        <p:spPr>
          <a:xfrm>
            <a:off x="677160" y="956520"/>
            <a:ext cx="859572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6" name="PlaceHolder 2"/>
          <p:cNvSpPr>
            <a:spLocks noGrp="1"/>
          </p:cNvSpPr>
          <p:nvPr>
            <p:ph type="subTitle"/>
          </p:nvPr>
        </p:nvSpPr>
        <p:spPr>
          <a:xfrm>
            <a:off x="677160" y="2160720"/>
            <a:ext cx="8595720" cy="3879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9"/>
          </p:nvPr>
        </p:nvSpPr>
        <p:spPr/>
        <p:txBody>
          <a:bodyPr/>
          <a:p>
            <a:fld id="{F86D3A59-4969-423D-B81F-98B308BFBD1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PlaceHolder 1"/>
          <p:cNvSpPr>
            <a:spLocks noGrp="1"/>
          </p:cNvSpPr>
          <p:nvPr>
            <p:ph type="title"/>
          </p:nvPr>
        </p:nvSpPr>
        <p:spPr>
          <a:xfrm>
            <a:off x="677160" y="956520"/>
            <a:ext cx="859572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8" name="PlaceHolder 2"/>
          <p:cNvSpPr>
            <a:spLocks noGrp="1"/>
          </p:cNvSpPr>
          <p:nvPr>
            <p:ph/>
          </p:nvPr>
        </p:nvSpPr>
        <p:spPr>
          <a:xfrm>
            <a:off x="677160" y="2160720"/>
            <a:ext cx="8595720" cy="3879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9"/>
          </p:nvPr>
        </p:nvSpPr>
        <p:spPr/>
        <p:txBody>
          <a:bodyPr/>
          <a:p>
            <a:fld id="{5DFCB7C4-4A48-4A90-ABFC-7DDEFEBFC05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
</Relationships>
</file>

<file path=ppt/slideMasters/_rels/slideMaster16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7.xml"/>
</Relationships>
</file>

<file path=ppt/slideMasters/_rels/slideMaster18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9.xml"/>
</Relationships>
</file>

<file path=ppt/slideMasters/_rels/slideMaster20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20.xml"/><Relationship Id="rId3" Type="http://schemas.openxmlformats.org/officeDocument/2006/relationships/slideLayout" Target="../slideLayouts/slideLayout21.xml"/><Relationship Id="rId4" Type="http://schemas.openxmlformats.org/officeDocument/2006/relationships/slideLayout" Target="../slideLayouts/slideLayout2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6"/>
          <p:cNvGrpSpPr/>
          <p:nvPr/>
        </p:nvGrpSpPr>
        <p:grpSpPr>
          <a:xfrm>
            <a:off x="0" y="-8640"/>
            <a:ext cx="12191040" cy="6867360"/>
            <a:chOff x="0" y="-8640"/>
            <a:chExt cx="12191040" cy="6867360"/>
          </a:xfrm>
        </p:grpSpPr>
        <p:cxnSp>
          <p:nvCxnSpPr>
            <p:cNvPr id="3" name="Straight Connector 19"/>
            <p:cNvCxnSpPr/>
            <p:nvPr/>
          </p:nvCxnSpPr>
          <p:spPr>
            <a:xfrm>
              <a:off x="9370800" y="0"/>
              <a:ext cx="1220400" cy="6859080"/>
            </a:xfrm>
            <a:prstGeom prst="straightConnector1">
              <a:avLst/>
            </a:prstGeom>
            <a:ln cap="rnd" w="9525">
              <a:solidFill>
                <a:srgbClr val="bfbfbf"/>
              </a:solidFill>
              <a:round/>
            </a:ln>
          </p:spPr>
        </p:cxnSp>
        <p:cxnSp>
          <p:nvCxnSpPr>
            <p:cNvPr id="4" name="Straight Connector 20"/>
            <p:cNvCxnSpPr/>
            <p:nvPr/>
          </p:nvCxnSpPr>
          <p:spPr>
            <a:xfrm flipH="1">
              <a:off x="7425000" y="3681360"/>
              <a:ext cx="4764600" cy="3177720"/>
            </a:xfrm>
            <a:prstGeom prst="straightConnector1">
              <a:avLst/>
            </a:prstGeom>
            <a:ln cap="rnd" w="9525">
              <a:solidFill>
                <a:srgbClr val="d9d9d9"/>
              </a:solidFill>
              <a:round/>
            </a:ln>
          </p:spPr>
        </p:cxnSp>
        <p:sp>
          <p:nvSpPr>
            <p:cNvPr id="5" name="Rectangle 23"/>
            <p:cNvSpPr/>
            <p:nvPr/>
          </p:nvSpPr>
          <p:spPr>
            <a:xfrm>
              <a:off x="9181440" y="-8640"/>
              <a:ext cx="3006360" cy="6865560"/>
            </a:xfrm>
            <a:custGeom>
              <a:avLst/>
              <a:gdLst>
                <a:gd name="textAreaLeft" fmla="*/ 0 w 3006360"/>
                <a:gd name="textAreaRight" fmla="*/ 3007440 w 30063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" name="Rectangle 25"/>
            <p:cNvSpPr/>
            <p:nvPr/>
          </p:nvSpPr>
          <p:spPr>
            <a:xfrm>
              <a:off x="9603360" y="-8640"/>
              <a:ext cx="2587320" cy="6865560"/>
            </a:xfrm>
            <a:custGeom>
              <a:avLst/>
              <a:gdLst>
                <a:gd name="textAreaLeft" fmla="*/ 0 w 2587320"/>
                <a:gd name="textAreaRight" fmla="*/ 2588400 w 258732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" name="Isosceles Triangle 23"/>
            <p:cNvSpPr/>
            <p:nvPr/>
          </p:nvSpPr>
          <p:spPr>
            <a:xfrm>
              <a:off x="8932320" y="3048120"/>
              <a:ext cx="3258720" cy="38088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" name="Rectangle 27"/>
            <p:cNvSpPr/>
            <p:nvPr/>
          </p:nvSpPr>
          <p:spPr>
            <a:xfrm>
              <a:off x="9334440" y="-8640"/>
              <a:ext cx="2853360" cy="6865560"/>
            </a:xfrm>
            <a:custGeom>
              <a:avLst/>
              <a:gdLst>
                <a:gd name="textAreaLeft" fmla="*/ 0 w 2853360"/>
                <a:gd name="textAreaRight" fmla="*/ 2854440 w 28533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" name="Rectangle 28"/>
            <p:cNvSpPr/>
            <p:nvPr/>
          </p:nvSpPr>
          <p:spPr>
            <a:xfrm>
              <a:off x="10898640" y="-8640"/>
              <a:ext cx="1289160" cy="6865560"/>
            </a:xfrm>
            <a:custGeom>
              <a:avLst/>
              <a:gdLst>
                <a:gd name="textAreaLeft" fmla="*/ 0 w 1289160"/>
                <a:gd name="textAreaRight" fmla="*/ 1290240 w 12891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" name="Rectangle 29"/>
            <p:cNvSpPr/>
            <p:nvPr/>
          </p:nvSpPr>
          <p:spPr>
            <a:xfrm>
              <a:off x="10938960" y="-8640"/>
              <a:ext cx="1248840" cy="6865560"/>
            </a:xfrm>
            <a:custGeom>
              <a:avLst/>
              <a:gdLst>
                <a:gd name="textAreaLeft" fmla="*/ 0 w 1248840"/>
                <a:gd name="textAreaRight" fmla="*/ 1249920 w 124884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" name="Isosceles Triangle 27"/>
            <p:cNvSpPr/>
            <p:nvPr/>
          </p:nvSpPr>
          <p:spPr>
            <a:xfrm>
              <a:off x="10371600" y="3589920"/>
              <a:ext cx="1816200" cy="3267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" name="Isosceles Triangle 28"/>
            <p:cNvSpPr/>
            <p:nvPr/>
          </p:nvSpPr>
          <p:spPr>
            <a:xfrm>
              <a:off x="0" y="4013280"/>
              <a:ext cx="447480" cy="284364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3" name="Group 6"/>
          <p:cNvGrpSpPr/>
          <p:nvPr/>
        </p:nvGrpSpPr>
        <p:grpSpPr>
          <a:xfrm>
            <a:off x="1080" y="-8640"/>
            <a:ext cx="12189960" cy="6867360"/>
            <a:chOff x="1080" y="-8640"/>
            <a:chExt cx="12189960" cy="6867360"/>
          </a:xfrm>
        </p:grpSpPr>
        <p:cxnSp>
          <p:nvCxnSpPr>
            <p:cNvPr id="14" name="Straight Connector 31"/>
            <p:cNvCxnSpPr/>
            <p:nvPr/>
          </p:nvCxnSpPr>
          <p:spPr>
            <a:xfrm>
              <a:off x="9370800" y="0"/>
              <a:ext cx="1220400" cy="6859080"/>
            </a:xfrm>
            <a:prstGeom prst="straightConnector1">
              <a:avLst/>
            </a:prstGeom>
            <a:ln cap="rnd" w="9525">
              <a:solidFill>
                <a:srgbClr val="bfbfbf"/>
              </a:solidFill>
              <a:round/>
            </a:ln>
          </p:spPr>
        </p:cxnSp>
        <p:cxnSp>
          <p:nvCxnSpPr>
            <p:cNvPr id="15" name="Straight Connector 20"/>
            <p:cNvCxnSpPr/>
            <p:nvPr/>
          </p:nvCxnSpPr>
          <p:spPr>
            <a:xfrm flipH="1">
              <a:off x="7425000" y="3681360"/>
              <a:ext cx="4764600" cy="3177720"/>
            </a:xfrm>
            <a:prstGeom prst="straightConnector1">
              <a:avLst/>
            </a:prstGeom>
            <a:ln cap="rnd" w="9525">
              <a:solidFill>
                <a:srgbClr val="d9d9d9"/>
              </a:solidFill>
              <a:round/>
            </a:ln>
          </p:spPr>
        </p:cxnSp>
        <p:sp>
          <p:nvSpPr>
            <p:cNvPr id="16" name="Rectangle 23"/>
            <p:cNvSpPr/>
            <p:nvPr/>
          </p:nvSpPr>
          <p:spPr>
            <a:xfrm>
              <a:off x="9181440" y="-8640"/>
              <a:ext cx="3006360" cy="6865560"/>
            </a:xfrm>
            <a:custGeom>
              <a:avLst/>
              <a:gdLst>
                <a:gd name="textAreaLeft" fmla="*/ 0 w 3006360"/>
                <a:gd name="textAreaRight" fmla="*/ 3007440 w 30063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" name="Rectangle 25"/>
            <p:cNvSpPr/>
            <p:nvPr/>
          </p:nvSpPr>
          <p:spPr>
            <a:xfrm>
              <a:off x="9603360" y="-8640"/>
              <a:ext cx="2587320" cy="6865560"/>
            </a:xfrm>
            <a:custGeom>
              <a:avLst/>
              <a:gdLst>
                <a:gd name="textAreaLeft" fmla="*/ 0 w 2587320"/>
                <a:gd name="textAreaRight" fmla="*/ 2588400 w 258732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" name="Isosceles Triangle 26"/>
            <p:cNvSpPr/>
            <p:nvPr/>
          </p:nvSpPr>
          <p:spPr>
            <a:xfrm>
              <a:off x="8932320" y="3048120"/>
              <a:ext cx="3258720" cy="38088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" name="Rectangle 27"/>
            <p:cNvSpPr/>
            <p:nvPr/>
          </p:nvSpPr>
          <p:spPr>
            <a:xfrm>
              <a:off x="9334440" y="-8640"/>
              <a:ext cx="2853360" cy="6865560"/>
            </a:xfrm>
            <a:custGeom>
              <a:avLst/>
              <a:gdLst>
                <a:gd name="textAreaLeft" fmla="*/ 0 w 2853360"/>
                <a:gd name="textAreaRight" fmla="*/ 2854440 w 28533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" name="Rectangle 28"/>
            <p:cNvSpPr/>
            <p:nvPr/>
          </p:nvSpPr>
          <p:spPr>
            <a:xfrm>
              <a:off x="10898640" y="-8640"/>
              <a:ext cx="1289160" cy="6865560"/>
            </a:xfrm>
            <a:custGeom>
              <a:avLst/>
              <a:gdLst>
                <a:gd name="textAreaLeft" fmla="*/ 0 w 1289160"/>
                <a:gd name="textAreaRight" fmla="*/ 1290240 w 12891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" name="Rectangle 29"/>
            <p:cNvSpPr/>
            <p:nvPr/>
          </p:nvSpPr>
          <p:spPr>
            <a:xfrm>
              <a:off x="10938960" y="-8640"/>
              <a:ext cx="1248840" cy="6865560"/>
            </a:xfrm>
            <a:custGeom>
              <a:avLst/>
              <a:gdLst>
                <a:gd name="textAreaLeft" fmla="*/ 0 w 1248840"/>
                <a:gd name="textAreaRight" fmla="*/ 1249920 w 124884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" name="Isosceles Triangle 30"/>
            <p:cNvSpPr/>
            <p:nvPr/>
          </p:nvSpPr>
          <p:spPr>
            <a:xfrm>
              <a:off x="10371600" y="3589920"/>
              <a:ext cx="1816200" cy="3267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" name="Isosceles Triangle 18"/>
            <p:cNvSpPr/>
            <p:nvPr/>
          </p:nvSpPr>
          <p:spPr>
            <a:xfrm rot="10800000">
              <a:off x="1080" y="1080"/>
              <a:ext cx="841680" cy="566496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677160" y="1131840"/>
            <a:ext cx="859572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ftr" idx="1"/>
          </p:nvPr>
        </p:nvSpPr>
        <p:spPr>
          <a:xfrm>
            <a:off x="677160" y="6041520"/>
            <a:ext cx="6296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sldNum" idx="2"/>
          </p:nvPr>
        </p:nvSpPr>
        <p:spPr>
          <a:xfrm>
            <a:off x="8590680" y="6041520"/>
            <a:ext cx="6822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sk-SK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6289589-207C-4924-A79C-8414C2AAF125}" type="slidenum">
              <a:rPr lang="sk-SK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dt" idx="3"/>
          </p:nvPr>
        </p:nvSpPr>
        <p:spPr>
          <a:xfrm>
            <a:off x="7205040" y="6041520"/>
            <a:ext cx="9108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  <p:sldLayoutId id="2147483663" r:id="rId14"/>
    <p:sldLayoutId id="2147483664" r:id="rId15"/>
  </p:sldLayoutIdLst>
</p:sldMaster>
</file>

<file path=ppt/slideMasters/slideMaster1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6" r:id="rId2"/>
    <p:sldLayoutId id="2147483667" r:id="rId3"/>
  </p:sldLayoutIdLst>
</p:sldMaster>
</file>

<file path=ppt/slideMasters/slideMaster1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2"/>
    <p:sldLayoutId id="2147483670" r:id="rId3"/>
  </p:sldLayoutIdLst>
</p:sldMaster>
</file>

<file path=ppt/slideMasters/slideMaster2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7" name="Group 6"/>
          <p:cNvGrpSpPr/>
          <p:nvPr/>
        </p:nvGrpSpPr>
        <p:grpSpPr>
          <a:xfrm>
            <a:off x="0" y="-8640"/>
            <a:ext cx="12191040" cy="6867360"/>
            <a:chOff x="0" y="-8640"/>
            <a:chExt cx="12191040" cy="6867360"/>
          </a:xfrm>
        </p:grpSpPr>
        <p:cxnSp>
          <p:nvCxnSpPr>
            <p:cNvPr id="328" name="Straight Connector 19"/>
            <p:cNvCxnSpPr/>
            <p:nvPr/>
          </p:nvCxnSpPr>
          <p:spPr>
            <a:xfrm>
              <a:off x="9370800" y="0"/>
              <a:ext cx="1220400" cy="6859080"/>
            </a:xfrm>
            <a:prstGeom prst="straightConnector1">
              <a:avLst/>
            </a:prstGeom>
            <a:ln cap="rnd" w="9525">
              <a:solidFill>
                <a:srgbClr val="bfbfbf"/>
              </a:solidFill>
              <a:round/>
            </a:ln>
          </p:spPr>
        </p:cxnSp>
        <p:cxnSp>
          <p:nvCxnSpPr>
            <p:cNvPr id="329" name="Straight Connector 20"/>
            <p:cNvCxnSpPr/>
            <p:nvPr/>
          </p:nvCxnSpPr>
          <p:spPr>
            <a:xfrm flipH="1">
              <a:off x="7425000" y="3681360"/>
              <a:ext cx="4764600" cy="3177720"/>
            </a:xfrm>
            <a:prstGeom prst="straightConnector1">
              <a:avLst/>
            </a:prstGeom>
            <a:ln cap="rnd" w="9525">
              <a:solidFill>
                <a:srgbClr val="d9d9d9"/>
              </a:solidFill>
              <a:round/>
            </a:ln>
          </p:spPr>
        </p:cxnSp>
        <p:sp>
          <p:nvSpPr>
            <p:cNvPr id="330" name="Rectangle 23"/>
            <p:cNvSpPr/>
            <p:nvPr/>
          </p:nvSpPr>
          <p:spPr>
            <a:xfrm>
              <a:off x="9181440" y="-8640"/>
              <a:ext cx="3006360" cy="6865560"/>
            </a:xfrm>
            <a:custGeom>
              <a:avLst/>
              <a:gdLst>
                <a:gd name="textAreaLeft" fmla="*/ 0 w 3006360"/>
                <a:gd name="textAreaRight" fmla="*/ 3007440 w 30063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31" name="Rectangle 25"/>
            <p:cNvSpPr/>
            <p:nvPr/>
          </p:nvSpPr>
          <p:spPr>
            <a:xfrm>
              <a:off x="9603360" y="-8640"/>
              <a:ext cx="2587320" cy="6865560"/>
            </a:xfrm>
            <a:custGeom>
              <a:avLst/>
              <a:gdLst>
                <a:gd name="textAreaLeft" fmla="*/ 0 w 2587320"/>
                <a:gd name="textAreaRight" fmla="*/ 2588400 w 258732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32" name="Isosceles Triangle 23"/>
            <p:cNvSpPr/>
            <p:nvPr/>
          </p:nvSpPr>
          <p:spPr>
            <a:xfrm>
              <a:off x="8932320" y="3048120"/>
              <a:ext cx="3258720" cy="38088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33" name="Rectangle 27"/>
            <p:cNvSpPr/>
            <p:nvPr/>
          </p:nvSpPr>
          <p:spPr>
            <a:xfrm>
              <a:off x="9334440" y="-8640"/>
              <a:ext cx="2853360" cy="6865560"/>
            </a:xfrm>
            <a:custGeom>
              <a:avLst/>
              <a:gdLst>
                <a:gd name="textAreaLeft" fmla="*/ 0 w 2853360"/>
                <a:gd name="textAreaRight" fmla="*/ 2854440 w 28533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34" name="Rectangle 28"/>
            <p:cNvSpPr/>
            <p:nvPr/>
          </p:nvSpPr>
          <p:spPr>
            <a:xfrm>
              <a:off x="10898640" y="-8640"/>
              <a:ext cx="1289160" cy="6865560"/>
            </a:xfrm>
            <a:custGeom>
              <a:avLst/>
              <a:gdLst>
                <a:gd name="textAreaLeft" fmla="*/ 0 w 1289160"/>
                <a:gd name="textAreaRight" fmla="*/ 1290240 w 12891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35" name="Rectangle 29"/>
            <p:cNvSpPr/>
            <p:nvPr/>
          </p:nvSpPr>
          <p:spPr>
            <a:xfrm>
              <a:off x="10938960" y="-8640"/>
              <a:ext cx="1248840" cy="6865560"/>
            </a:xfrm>
            <a:custGeom>
              <a:avLst/>
              <a:gdLst>
                <a:gd name="textAreaLeft" fmla="*/ 0 w 1248840"/>
                <a:gd name="textAreaRight" fmla="*/ 1249920 w 124884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36" name="Isosceles Triangle 27"/>
            <p:cNvSpPr/>
            <p:nvPr/>
          </p:nvSpPr>
          <p:spPr>
            <a:xfrm>
              <a:off x="10371600" y="3589920"/>
              <a:ext cx="1816200" cy="3267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37" name="Isosceles Triangle 28"/>
            <p:cNvSpPr/>
            <p:nvPr/>
          </p:nvSpPr>
          <p:spPr>
            <a:xfrm>
              <a:off x="0" y="4013280"/>
              <a:ext cx="447480" cy="284364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38" name="PlaceHolder 1"/>
          <p:cNvSpPr>
            <a:spLocks noGrp="1"/>
          </p:cNvSpPr>
          <p:nvPr>
            <p:ph type="title"/>
          </p:nvPr>
        </p:nvSpPr>
        <p:spPr>
          <a:xfrm>
            <a:off x="677160" y="1131840"/>
            <a:ext cx="859572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9" name="PlaceHolder 2"/>
          <p:cNvSpPr>
            <a:spLocks noGrp="1"/>
          </p:cNvSpPr>
          <p:nvPr>
            <p:ph type="body"/>
          </p:nvPr>
        </p:nvSpPr>
        <p:spPr>
          <a:xfrm>
            <a:off x="677160" y="2160720"/>
            <a:ext cx="8595720" cy="3879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0" name="PlaceHolder 3"/>
          <p:cNvSpPr>
            <a:spLocks noGrp="1"/>
          </p:cNvSpPr>
          <p:nvPr>
            <p:ph type="ftr" idx="58"/>
          </p:nvPr>
        </p:nvSpPr>
        <p:spPr>
          <a:xfrm>
            <a:off x="677160" y="6041520"/>
            <a:ext cx="6296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1" name="PlaceHolder 4"/>
          <p:cNvSpPr>
            <a:spLocks noGrp="1"/>
          </p:cNvSpPr>
          <p:nvPr>
            <p:ph type="sldNum" idx="59"/>
          </p:nvPr>
        </p:nvSpPr>
        <p:spPr>
          <a:xfrm>
            <a:off x="8590680" y="6041520"/>
            <a:ext cx="6822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sk-SK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C47D59F-2660-4C0C-826A-15DB7AC49D11}" type="slidenum">
              <a:rPr lang="sk-SK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2" name="PlaceHolder 5"/>
          <p:cNvSpPr>
            <a:spLocks noGrp="1"/>
          </p:cNvSpPr>
          <p:nvPr>
            <p:ph type="dt" idx="60"/>
          </p:nvPr>
        </p:nvSpPr>
        <p:spPr>
          <a:xfrm>
            <a:off x="7205040" y="6041520"/>
            <a:ext cx="9108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2"/>
    <p:sldLayoutId id="2147483673" r:id="rId3"/>
    <p:sldLayoutId id="2147483674" r:id="rId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slideLayout" Target="../slideLayouts/slideLayout2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7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slideLayout" Target="../slideLayouts/slideLayout2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png"/><Relationship Id="rId3" Type="http://schemas.openxmlformats.org/officeDocument/2006/relationships/slideLayout" Target="../slideLayouts/slideLayout2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12.png"/><Relationship Id="rId3" Type="http://schemas.openxmlformats.org/officeDocument/2006/relationships/slideLayout" Target="../slideLayouts/slideLayout22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22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2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chart" Target="../charts/chart2.xml"/><Relationship Id="rId3" Type="http://schemas.openxmlformats.org/officeDocument/2006/relationships/slideLayout" Target="../slideLayouts/slideLayout2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2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slideLayout" Target="../slideLayouts/slideLayout22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2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slideLayout" Target="../slideLayouts/slideLayout22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image" Target="../media/image19.png"/><Relationship Id="rId3" Type="http://schemas.openxmlformats.org/officeDocument/2006/relationships/slideLayout" Target="../slideLayouts/slideLayout22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slideLayout" Target="../slideLayouts/slideLayout2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PlaceHolder 1"/>
          <p:cNvSpPr>
            <a:spLocks noGrp="1"/>
          </p:cNvSpPr>
          <p:nvPr>
            <p:ph type="title"/>
          </p:nvPr>
        </p:nvSpPr>
        <p:spPr>
          <a:xfrm>
            <a:off x="1506960" y="2404440"/>
            <a:ext cx="7765920" cy="164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sk-SK" sz="54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Srovnání současných modelů Speech-to-Text</a:t>
            </a:r>
            <a:endParaRPr lang="en-US" sz="5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0" name="PlaceHolder 2"/>
          <p:cNvSpPr>
            <a:spLocks noGrp="1"/>
          </p:cNvSpPr>
          <p:nvPr>
            <p:ph type="subTitle"/>
          </p:nvPr>
        </p:nvSpPr>
        <p:spPr>
          <a:xfrm>
            <a:off x="1506960" y="5029200"/>
            <a:ext cx="7765920" cy="1095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r" defTabSz="4572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sk-SK" sz="1800" b="0" u="none" strike="noStrik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Trebuchet MS"/>
              </a:rPr>
              <a:t>Bc. Juraj Králik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r" defTabSz="4572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sk-SK" sz="1800" b="0" u="none" strike="noStrik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Trebuchet MS"/>
              </a:rPr>
              <a:t>Vedúci: Ing. Peter Janků, Ph.D.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r" defTabSz="4572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sk-SK" sz="1800" b="0" u="none" strike="noStrik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Trebuchet MS"/>
              </a:rPr>
              <a:t>Konzultant: Ing. Adam Viktorin, Ph.D.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r" defTabSz="4572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sk-SK" sz="1800" b="0" u="none" strike="noStrik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Trebuchet MS"/>
              </a:rPr>
              <a:t>Diplomová práca, FAI UTB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5720" cy="131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sk-SK" sz="36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Zadanie práce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2" name="PlaceHolder 2"/>
          <p:cNvSpPr>
            <a:spLocks noGrp="1"/>
          </p:cNvSpPr>
          <p:nvPr>
            <p:ph/>
          </p:nvPr>
        </p:nvSpPr>
        <p:spPr>
          <a:xfrm>
            <a:off x="677160" y="1929600"/>
            <a:ext cx="8595720" cy="3879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sk-SK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Zoznámiť sa s technologiou Speech-to-text.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sk-SK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Vybrať vhodné dostupné modely pro STT.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sk-SK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Zostaviť metodiku porovnania vybraných modelov.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sk-SK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Vykonať testovanie a porovnanie modelov.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sk-SK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Vhodným spôsobom diskutujte a prezentujte výsledky porovnaní.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5720" cy="131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sk-SK" sz="36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Aktuálny stav (trendy)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4" name="PlaceHolder 2"/>
          <p:cNvSpPr>
            <a:spLocks noGrp="1"/>
          </p:cNvSpPr>
          <p:nvPr>
            <p:ph/>
          </p:nvPr>
        </p:nvSpPr>
        <p:spPr>
          <a:xfrm>
            <a:off x="677160" y="1929600"/>
            <a:ext cx="8595720" cy="3879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sk-SK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Hlboké neuronové modely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sk-SK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API/local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sk-SK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Hardware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sk-SK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Podpora jazykov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5720" cy="131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sk-SK" sz="36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Pracovné prostredie (SW)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6" name="PlaceHolder 2"/>
          <p:cNvSpPr>
            <a:spLocks noGrp="1"/>
          </p:cNvSpPr>
          <p:nvPr>
            <p:ph/>
          </p:nvPr>
        </p:nvSpPr>
        <p:spPr>
          <a:xfrm>
            <a:off x="685800" y="1828800"/>
            <a:ext cx="8595720" cy="3879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sk-SK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  <a:ea typeface="Noto Sans CJK SC"/>
              </a:rPr>
              <a:t>VS Code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sk-SK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  <a:ea typeface="Noto Sans CJK SC"/>
              </a:rPr>
              <a:t>Python 3.14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sk-SK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  <a:ea typeface="Noto Sans CJK SC"/>
              </a:rPr>
              <a:t>GitHub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sk-SK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  <a:ea typeface="Noto Sans CJK SC"/>
              </a:rPr>
              <a:t>venv + requirements.txt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sk-SK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  <a:ea typeface="Noto Sans CJK SC"/>
              </a:rPr>
              <a:t>Fedora/Nobara Linux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5720" cy="131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sk-SK" sz="36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Modely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8" name="PlaceHolder 2"/>
          <p:cNvSpPr>
            <a:spLocks noGrp="1"/>
          </p:cNvSpPr>
          <p:nvPr>
            <p:ph/>
          </p:nvPr>
        </p:nvSpPr>
        <p:spPr>
          <a:xfrm>
            <a:off x="677160" y="1834920"/>
            <a:ext cx="8595720" cy="3879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sk-SK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Whisper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sk-SK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FastWhisper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sk-SK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API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sk-SK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HuggingFace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59" name=""/>
          <p:cNvPicPr/>
          <p:nvPr/>
        </p:nvPicPr>
        <p:blipFill>
          <a:blip r:embed="rId1"/>
          <a:stretch/>
        </p:blipFill>
        <p:spPr>
          <a:xfrm>
            <a:off x="4343400" y="3200400"/>
            <a:ext cx="1599840" cy="1599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60" name=""/>
          <p:cNvPicPr/>
          <p:nvPr/>
        </p:nvPicPr>
        <p:blipFill>
          <a:blip r:embed="rId2"/>
          <a:stretch/>
        </p:blipFill>
        <p:spPr>
          <a:xfrm>
            <a:off x="1667520" y="5096520"/>
            <a:ext cx="1303920" cy="1303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61" name=""/>
          <p:cNvPicPr/>
          <p:nvPr/>
        </p:nvPicPr>
        <p:blipFill>
          <a:blip r:embed="rId3"/>
          <a:stretch/>
        </p:blipFill>
        <p:spPr>
          <a:xfrm>
            <a:off x="3657600" y="5029200"/>
            <a:ext cx="1501560" cy="1456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62" name=""/>
          <p:cNvPicPr/>
          <p:nvPr/>
        </p:nvPicPr>
        <p:blipFill>
          <a:blip r:embed="rId4"/>
          <a:stretch/>
        </p:blipFill>
        <p:spPr>
          <a:xfrm>
            <a:off x="2743200" y="3496320"/>
            <a:ext cx="1532520" cy="1532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63" name=""/>
          <p:cNvPicPr/>
          <p:nvPr/>
        </p:nvPicPr>
        <p:blipFill>
          <a:blip r:embed="rId5"/>
          <a:stretch/>
        </p:blipFill>
        <p:spPr>
          <a:xfrm>
            <a:off x="685800" y="3886200"/>
            <a:ext cx="1433520" cy="952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64" name=""/>
          <p:cNvPicPr/>
          <p:nvPr/>
        </p:nvPicPr>
        <p:blipFill>
          <a:blip r:embed="rId6"/>
          <a:stretch/>
        </p:blipFill>
        <p:spPr>
          <a:xfrm>
            <a:off x="6858000" y="1669320"/>
            <a:ext cx="3719520" cy="35881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5720" cy="131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sk-SK" sz="36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Dataset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6" name="PlaceHolder 2"/>
          <p:cNvSpPr>
            <a:spLocks noGrp="1"/>
          </p:cNvSpPr>
          <p:nvPr>
            <p:ph/>
          </p:nvPr>
        </p:nvSpPr>
        <p:spPr>
          <a:xfrm>
            <a:off x="677160" y="1600200"/>
            <a:ext cx="5494680" cy="685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sk-SK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Mozilla CommonVoice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67" name=""/>
          <p:cNvPicPr/>
          <p:nvPr/>
        </p:nvPicPr>
        <p:blipFill>
          <a:blip r:embed="rId1"/>
          <a:stretch/>
        </p:blipFill>
        <p:spPr>
          <a:xfrm>
            <a:off x="1829880" y="2178000"/>
            <a:ext cx="1294560" cy="1294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68" name="PlaceHolder 7"/>
          <p:cNvSpPr/>
          <p:nvPr/>
        </p:nvSpPr>
        <p:spPr>
          <a:xfrm>
            <a:off x="1296000" y="3321000"/>
            <a:ext cx="20570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sk-SK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65 452 x MP3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sk-SK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      (268h)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001"/>
              </a:spcBef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69" name=""/>
          <p:cNvPicPr/>
          <p:nvPr/>
        </p:nvPicPr>
        <p:blipFill>
          <a:blip r:embed="rId2"/>
          <a:stretch/>
        </p:blipFill>
        <p:spPr>
          <a:xfrm>
            <a:off x="4115880" y="2178000"/>
            <a:ext cx="1294560" cy="1294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70" name="PlaceHolder 8"/>
          <p:cNvSpPr/>
          <p:nvPr/>
        </p:nvSpPr>
        <p:spPr>
          <a:xfrm>
            <a:off x="3582000" y="3321000"/>
            <a:ext cx="20570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sk-SK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15 000 x MP3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sk-SK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      (17,9h)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001"/>
              </a:spcBef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1" name="striped-right-arrow"/>
          <p:cNvSpPr/>
          <p:nvPr/>
        </p:nvSpPr>
        <p:spPr>
          <a:xfrm>
            <a:off x="3124800" y="2635200"/>
            <a:ext cx="914040" cy="456840"/>
          </a:xfrm>
          <a:prstGeom prst="stripedRightArrow">
            <a:avLst>
              <a:gd name="adj1" fmla="val 50000"/>
              <a:gd name="adj2" fmla="val 50000"/>
            </a:avLst>
          </a:prstGeom>
          <a:gradFill rotWithShape="0">
            <a:gsLst>
              <a:gs pos="0">
                <a:srgbClr val="d4ea6b"/>
              </a:gs>
              <a:gs pos="100000">
                <a:srgbClr val="468a1a"/>
              </a:gs>
            </a:gsLst>
            <a:lin ang="9000000"/>
          </a:gradFill>
          <a:ln w="29160">
            <a:noFill/>
          </a:ln>
        </p:spPr>
        <p:style>
          <a:lnRef idx="0"/>
          <a:fillRef idx="0"/>
          <a:effectRef idx="0"/>
          <a:fontRef idx="minor"/>
        </p:style>
        <p:txBody>
          <a:bodyPr lIns="98280" rIns="98280" tIns="53280" bIns="53280" anchor="ctr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  <a:ea typeface="Microsoft YaHei"/>
            </a:endParaRPr>
          </a:p>
        </p:txBody>
      </p:sp>
      <p:sp>
        <p:nvSpPr>
          <p:cNvPr id="372" name="striped-right-arrow 1"/>
          <p:cNvSpPr/>
          <p:nvPr/>
        </p:nvSpPr>
        <p:spPr>
          <a:xfrm>
            <a:off x="5410800" y="2635200"/>
            <a:ext cx="914040" cy="456840"/>
          </a:xfrm>
          <a:prstGeom prst="stripedRightArrow">
            <a:avLst>
              <a:gd name="adj1" fmla="val 50000"/>
              <a:gd name="adj2" fmla="val 50000"/>
            </a:avLst>
          </a:prstGeom>
          <a:gradFill rotWithShape="0">
            <a:gsLst>
              <a:gs pos="0">
                <a:srgbClr val="d4ea6b"/>
              </a:gs>
              <a:gs pos="100000">
                <a:srgbClr val="468a1a"/>
              </a:gs>
            </a:gsLst>
            <a:lin ang="9000000"/>
          </a:gradFill>
          <a:ln w="29160">
            <a:noFill/>
          </a:ln>
        </p:spPr>
        <p:style>
          <a:lnRef idx="0"/>
          <a:fillRef idx="0"/>
          <a:effectRef idx="0"/>
          <a:fontRef idx="minor"/>
        </p:style>
        <p:txBody>
          <a:bodyPr lIns="98280" rIns="98280" tIns="53280" bIns="53280" anchor="ctr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  <a:ea typeface="Microsoft YaHei"/>
            </a:endParaRPr>
          </a:p>
        </p:txBody>
      </p:sp>
      <p:pic>
        <p:nvPicPr>
          <p:cNvPr id="373" name=""/>
          <p:cNvPicPr/>
          <p:nvPr/>
        </p:nvPicPr>
        <p:blipFill>
          <a:blip r:embed="rId3"/>
          <a:stretch/>
        </p:blipFill>
        <p:spPr>
          <a:xfrm>
            <a:off x="6401880" y="2178000"/>
            <a:ext cx="1294560" cy="1294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74" name="PlaceHolder 9"/>
          <p:cNvSpPr/>
          <p:nvPr/>
        </p:nvSpPr>
        <p:spPr>
          <a:xfrm>
            <a:off x="5868000" y="3321000"/>
            <a:ext cx="20570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sk-SK" sz="1800" b="1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15 000 x WAV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sk-SK" sz="1800" b="1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      (17,9h)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001"/>
              </a:spcBef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001"/>
              </a:spcBef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75" name=""/>
          <p:cNvPicPr/>
          <p:nvPr/>
        </p:nvPicPr>
        <p:blipFill>
          <a:blip r:embed="rId4"/>
          <a:stretch/>
        </p:blipFill>
        <p:spPr>
          <a:xfrm>
            <a:off x="4000320" y="4572000"/>
            <a:ext cx="1028520" cy="1371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76" name="PlaceHolder 10"/>
          <p:cNvSpPr/>
          <p:nvPr/>
        </p:nvSpPr>
        <p:spPr>
          <a:xfrm>
            <a:off x="3429000" y="5943600"/>
            <a:ext cx="20570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sk-SK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validated.tsv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5720" cy="131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sk-SK" sz="36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Testovanie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8" name="PlaceHolder 2"/>
          <p:cNvSpPr>
            <a:spLocks noGrp="1"/>
          </p:cNvSpPr>
          <p:nvPr>
            <p:ph/>
          </p:nvPr>
        </p:nvSpPr>
        <p:spPr>
          <a:xfrm>
            <a:off x="677160" y="2160720"/>
            <a:ext cx="8595720" cy="3879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sk-SK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CUDA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sk-SK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API limitácie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sk-SK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Nefunkčné modely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sk-SK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Paralelné testy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sk-SK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162h a 33m total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5720" cy="131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sk-SK" sz="36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Výstupy testov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80" name=""/>
          <p:cNvPicPr/>
          <p:nvPr/>
        </p:nvPicPr>
        <p:blipFill>
          <a:blip r:embed="rId1"/>
          <a:stretch/>
        </p:blipFill>
        <p:spPr>
          <a:xfrm>
            <a:off x="477360" y="1343880"/>
            <a:ext cx="4551480" cy="3684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81" name=""/>
          <p:cNvPicPr/>
          <p:nvPr/>
        </p:nvPicPr>
        <p:blipFill>
          <a:blip r:embed="rId2"/>
          <a:stretch/>
        </p:blipFill>
        <p:spPr>
          <a:xfrm>
            <a:off x="4343400" y="2658600"/>
            <a:ext cx="4837320" cy="37418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5720" cy="131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sk-SK" sz="36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Validácia výstupov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83" name=""/>
          <p:cNvPicPr/>
          <p:nvPr/>
        </p:nvPicPr>
        <p:blipFill>
          <a:blip r:embed="rId1"/>
          <a:stretch/>
        </p:blipFill>
        <p:spPr>
          <a:xfrm>
            <a:off x="496440" y="1476360"/>
            <a:ext cx="5218200" cy="3913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84" name=""/>
          <p:cNvPicPr/>
          <p:nvPr/>
        </p:nvPicPr>
        <p:blipFill>
          <a:blip r:embed="rId2"/>
          <a:stretch/>
        </p:blipFill>
        <p:spPr>
          <a:xfrm>
            <a:off x="4114800" y="2359800"/>
            <a:ext cx="5486040" cy="42692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5720" cy="131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sk-SK" sz="36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Sumarizácia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86" name=""/>
          <p:cNvPicPr/>
          <p:nvPr/>
        </p:nvPicPr>
        <p:blipFill>
          <a:blip r:embed="rId1"/>
          <a:stretch/>
        </p:blipFill>
        <p:spPr>
          <a:xfrm>
            <a:off x="1828800" y="1296720"/>
            <a:ext cx="4384800" cy="51037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5720" cy="131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sk-SK" sz="36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Výsledky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388" name=""/>
          <p:cNvGraphicFramePr/>
          <p:nvPr/>
        </p:nvGraphicFramePr>
        <p:xfrm>
          <a:off x="975600" y="1384560"/>
          <a:ext cx="8343000" cy="5821200"/>
        </p:xfrm>
        <a:graphic>
          <a:graphicData uri="http://schemas.openxmlformats.org/drawingml/2006/table">
            <a:tbl>
              <a:tblPr/>
              <a:tblGrid>
                <a:gridCol w="2818080"/>
                <a:gridCol w="1423440"/>
                <a:gridCol w="1531080"/>
                <a:gridCol w="2570760"/>
              </a:tblGrid>
              <a:tr h="255960"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Times New Roman"/>
                        </a:rPr>
                        <a:t>Model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Average WER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Average CER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Average transcript ratio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28320"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whisper_tiny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0.908139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0.396457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0.093299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28320"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whisper_base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0.732145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0.279014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0.058864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28320"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whisper_small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0.418928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0.131130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0.073705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28320"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hf_wav2vec2_xlsr_czech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0.395130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0.083912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0.044117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28320"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whisper_medium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0.236012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0.071163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0.130435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28320"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f_whisper_medium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0.212571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0.059909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0.136177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28320"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vosk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0.174985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0.062967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0.111691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28320"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hf_w2v2_xlsr_53_cz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0.164664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0.034609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0.121667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28320"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f_whisper_large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0.157542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0.046327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0.153283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28320"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groq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0.140364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0.041549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c9211e"/>
                          </a:solidFill>
                          <a:effectLst/>
                          <a:uFillTx/>
                          <a:latin typeface="Arial"/>
                        </a:rPr>
                        <a:t>4.118596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28320"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hf_w2v2_xlsr_cz_sammy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0.137223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0.027456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0.285523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28320"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google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0.119678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0.046064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0.228221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28320"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whisper_large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0.112411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0.033205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c9211e"/>
                          </a:solidFill>
                          <a:effectLst/>
                          <a:uFillTx/>
                          <a:latin typeface="Arial"/>
                        </a:rPr>
                        <a:t>2.130816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28320"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hf_whisper_medium_cz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0.091444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0.022634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0.795146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28320"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hf_whisper_large_v3_cz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0.044147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0.010847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0.256016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5720" cy="131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sk-SK" sz="36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Výsledky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390" name=""/>
          <p:cNvGraphicFramePr/>
          <p:nvPr/>
        </p:nvGraphicFramePr>
        <p:xfrm>
          <a:off x="228600" y="1447200"/>
          <a:ext cx="5843520" cy="3581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391" name=""/>
          <p:cNvGraphicFramePr/>
          <p:nvPr/>
        </p:nvGraphicFramePr>
        <p:xfrm>
          <a:off x="6177960" y="1575360"/>
          <a:ext cx="5708880" cy="3224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5720" cy="131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sk-SK" sz="36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Zadanie práce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3" name="PlaceHolder 2"/>
          <p:cNvSpPr>
            <a:spLocks noGrp="1"/>
          </p:cNvSpPr>
          <p:nvPr>
            <p:ph/>
          </p:nvPr>
        </p:nvSpPr>
        <p:spPr>
          <a:xfrm>
            <a:off x="677160" y="1929600"/>
            <a:ext cx="8595720" cy="3879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sk-SK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Zoznámiť sa s technologiou Speech-to-text.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sk-SK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Vybrať vhodné dostupné modely pro STT.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sk-SK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Zostaviť metodiku porovnania vybraných modelov.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sk-SK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Vykonať testovanie a porovnanie modelov.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sk-SK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Vhodným spôsobom diskutujte a prezentujte výsledky porovnaní.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PlaceHolder 1"/>
          <p:cNvSpPr>
            <a:spLocks noGrp="1"/>
          </p:cNvSpPr>
          <p:nvPr>
            <p:ph type="title"/>
          </p:nvPr>
        </p:nvSpPr>
        <p:spPr>
          <a:xfrm>
            <a:off x="1506960" y="2404440"/>
            <a:ext cx="7765920" cy="164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sk-SK" sz="54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Srovnání současných modelů Speech-to-Text</a:t>
            </a:r>
            <a:endParaRPr lang="en-US" sz="5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5" name="PlaceHolder 2"/>
          <p:cNvSpPr>
            <a:spLocks noGrp="1"/>
          </p:cNvSpPr>
          <p:nvPr>
            <p:ph type="subTitle"/>
          </p:nvPr>
        </p:nvSpPr>
        <p:spPr>
          <a:xfrm>
            <a:off x="1506960" y="5029200"/>
            <a:ext cx="7765920" cy="1095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r" defTabSz="4572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sk-SK" sz="1800" b="0" u="none" strike="noStrik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Trebuchet MS"/>
              </a:rPr>
              <a:t>Bc. Juraj Králik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r" defTabSz="4572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sk-SK" sz="1800" b="0" u="none" strike="noStrik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Trebuchet MS"/>
              </a:rPr>
              <a:t>Vedúci: Ing. Peter Janků, Ph.D.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r" defTabSz="4572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sk-SK" sz="1800" b="0" u="none" strike="noStrik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Trebuchet MS"/>
              </a:rPr>
              <a:t>Konzultant: Ing. Adam Viktorin, Ph.D.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r" defTabSz="4572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sk-SK" sz="1800" b="0" u="none" strike="noStrik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Trebuchet MS"/>
              </a:rPr>
              <a:t>Diplomová práca, FAI UTB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5720" cy="131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sk-SK" sz="36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Otázky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7" name="PlaceHolder 2"/>
          <p:cNvSpPr>
            <a:spLocks noGrp="1"/>
          </p:cNvSpPr>
          <p:nvPr>
            <p:ph/>
          </p:nvPr>
        </p:nvSpPr>
        <p:spPr>
          <a:xfrm>
            <a:off x="548280" y="1828800"/>
            <a:ext cx="8595720" cy="3879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sk-SK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1) Jaká úroveň WER a CER je hraniční pro čitelnost přepsaného textu?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8" name="PlaceHolder 5"/>
          <p:cNvSpPr txBox="1"/>
          <p:nvPr/>
        </p:nvSpPr>
        <p:spPr>
          <a:xfrm>
            <a:off x="687960" y="1215720"/>
            <a:ext cx="8595720" cy="13197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lang="sk-SK" sz="20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Ing. Peter Janků, Ph.D. Vedúci DP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99" name=""/>
          <p:cNvPicPr/>
          <p:nvPr/>
        </p:nvPicPr>
        <p:blipFill>
          <a:blip r:embed="rId1"/>
          <a:stretch/>
        </p:blipFill>
        <p:spPr>
          <a:xfrm>
            <a:off x="548280" y="2275200"/>
            <a:ext cx="6446880" cy="1839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00" name=""/>
          <p:cNvPicPr/>
          <p:nvPr/>
        </p:nvPicPr>
        <p:blipFill>
          <a:blip r:embed="rId2"/>
          <a:stretch/>
        </p:blipFill>
        <p:spPr>
          <a:xfrm>
            <a:off x="7211520" y="2305800"/>
            <a:ext cx="4447080" cy="2037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01" name=""/>
          <p:cNvPicPr/>
          <p:nvPr/>
        </p:nvPicPr>
        <p:blipFill>
          <a:blip r:embed="rId3"/>
          <a:stretch/>
        </p:blipFill>
        <p:spPr>
          <a:xfrm>
            <a:off x="2057400" y="4315680"/>
            <a:ext cx="4827960" cy="20851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5720" cy="131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sk-SK" sz="36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Otázky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3" name="PlaceHolder 2"/>
          <p:cNvSpPr>
            <a:spLocks noGrp="1"/>
          </p:cNvSpPr>
          <p:nvPr>
            <p:ph/>
          </p:nvPr>
        </p:nvSpPr>
        <p:spPr>
          <a:xfrm>
            <a:off x="548280" y="1828800"/>
            <a:ext cx="8595720" cy="3879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sk-SK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2) Zkoušel jste porovnat byť jeden vybraný model na více sadách náhodně vybraných nahrávek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4" name="PlaceHolder 19"/>
          <p:cNvSpPr txBox="1"/>
          <p:nvPr/>
        </p:nvSpPr>
        <p:spPr>
          <a:xfrm>
            <a:off x="687960" y="1215720"/>
            <a:ext cx="8595720" cy="13197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lang="sk-SK" sz="20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Ing. Peter Janků, Ph.D. Vedúci DP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5720" cy="131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sk-SK" sz="36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Otázky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6" name="PlaceHolder 17"/>
          <p:cNvSpPr txBox="1"/>
          <p:nvPr/>
        </p:nvSpPr>
        <p:spPr>
          <a:xfrm>
            <a:off x="677160" y="1194840"/>
            <a:ext cx="8595720" cy="13197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lang="sk-SK" sz="20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Ing. Vít Štěpánek, Ph.D., DBA Oponent DP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7" name="PlaceHolder 18"/>
          <p:cNvSpPr txBox="1"/>
          <p:nvPr/>
        </p:nvSpPr>
        <p:spPr>
          <a:xfrm>
            <a:off x="548280" y="1828800"/>
            <a:ext cx="8595720" cy="2743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sk-SK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1) Jak by se změnily výsledky srovnání při testování modelů na nahrávkách </a:t>
            </a:r>
            <a:r>
              <a:rPr lang="sk-SK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 různou úrovní hluku prostředí?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08" name=""/>
          <p:cNvPicPr/>
          <p:nvPr/>
        </p:nvPicPr>
        <p:blipFill>
          <a:blip r:embed="rId1"/>
          <a:stretch/>
        </p:blipFill>
        <p:spPr>
          <a:xfrm>
            <a:off x="3163680" y="3058200"/>
            <a:ext cx="3465720" cy="15138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5720" cy="131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sk-SK" sz="36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Otázky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0" name="PlaceHolder 22"/>
          <p:cNvSpPr txBox="1"/>
          <p:nvPr/>
        </p:nvSpPr>
        <p:spPr>
          <a:xfrm>
            <a:off x="677160" y="1194840"/>
            <a:ext cx="8595720" cy="13197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lang="sk-SK" sz="20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Ing. Vít Štěpánek, Ph.D., DBA Oponent DP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1" name="PlaceHolder 23"/>
          <p:cNvSpPr txBox="1"/>
          <p:nvPr/>
        </p:nvSpPr>
        <p:spPr>
          <a:xfrm>
            <a:off x="548280" y="1828800"/>
            <a:ext cx="8595720" cy="2743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sk-SK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2) Byly cloudové modely testovány v podmínkách srovnatelných s lokálními (latence sítě, limity volání API)?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12" name=""/>
          <p:cNvPicPr/>
          <p:nvPr/>
        </p:nvPicPr>
        <p:blipFill>
          <a:blip r:embed="rId1"/>
          <a:stretch/>
        </p:blipFill>
        <p:spPr>
          <a:xfrm>
            <a:off x="548280" y="2934720"/>
            <a:ext cx="6710040" cy="2551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13" name=""/>
          <p:cNvPicPr/>
          <p:nvPr/>
        </p:nvPicPr>
        <p:blipFill>
          <a:blip r:embed="rId2"/>
          <a:stretch/>
        </p:blipFill>
        <p:spPr>
          <a:xfrm>
            <a:off x="6172200" y="2743200"/>
            <a:ext cx="3951720" cy="37821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5720" cy="131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sk-SK" sz="36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Otázky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5" name="PlaceHolder 25"/>
          <p:cNvSpPr txBox="1"/>
          <p:nvPr/>
        </p:nvSpPr>
        <p:spPr>
          <a:xfrm>
            <a:off x="677160" y="1194840"/>
            <a:ext cx="8595720" cy="13197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lang="sk-SK" sz="20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Ing. Vít Štěpánek, Ph.D., DBA Oponent DP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6" name="PlaceHolder 26"/>
          <p:cNvSpPr txBox="1"/>
          <p:nvPr/>
        </p:nvSpPr>
        <p:spPr>
          <a:xfrm>
            <a:off x="548280" y="1828800"/>
            <a:ext cx="8595720" cy="2743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sk-SK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3) Jak autor hodnotí přenositelnost výsledků na jiné slovanské jazyky než češtinu?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17" name=""/>
          <p:cNvPicPr/>
          <p:nvPr/>
        </p:nvPicPr>
        <p:blipFill>
          <a:blip r:embed="rId1"/>
          <a:stretch/>
        </p:blipFill>
        <p:spPr>
          <a:xfrm>
            <a:off x="316440" y="2514600"/>
            <a:ext cx="10427760" cy="29764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Fazeta">
  <a:themeElements>
    <a:clrScheme name="Fazeta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zeta">
      <a:majorFont>
        <a:latin typeface="Trebuchet MS" panose="020B0603020202020204" pitchFamily="0" charset="1"/>
        <a:ea typeface=""/>
        <a:cs typeface=""/>
      </a:majorFont>
      <a:minorFont>
        <a:latin typeface="Trebuchet MS" panose="020B0603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  <a:tileRect l="0" t="0" r="0" b="0"/>
        </a:gradFill>
      </a:fillStyleLst>
      <a:lnStyleLst>
        <a:ln w="12700" cap="rnd" cmpd="sng" algn="ctr">
          <a:prstDash val="solid"/>
        </a:ln>
        <a:ln w="19050" cap="rnd" cmpd="sng" algn="ctr">
          <a:prstDash val="solid"/>
        </a:ln>
        <a:ln w="25400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Fazeta">
  <a:themeElements>
    <a:clrScheme name="Fazeta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zeta">
      <a:majorFont>
        <a:latin typeface="Trebuchet MS" panose="020B0603020202020204" pitchFamily="0" charset="1"/>
        <a:ea typeface=""/>
        <a:cs typeface=""/>
      </a:majorFont>
      <a:minorFont>
        <a:latin typeface="Trebuchet MS" panose="020B0603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  <a:tileRect l="0" t="0" r="0" b="0"/>
        </a:gradFill>
      </a:fillStyleLst>
      <a:lnStyleLst>
        <a:ln w="12700" cap="rnd" cmpd="sng" algn="ctr">
          <a:prstDash val="solid"/>
        </a:ln>
        <a:ln w="19050" cap="rnd" cmpd="sng" algn="ctr">
          <a:prstDash val="solid"/>
        </a:ln>
        <a:ln w="25400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Fazeta">
  <a:themeElements>
    <a:clrScheme name="Fazeta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zeta">
      <a:majorFont>
        <a:latin typeface="Trebuchet MS" panose="020B0603020202020204" pitchFamily="0" charset="1"/>
        <a:ea typeface=""/>
        <a:cs typeface=""/>
      </a:majorFont>
      <a:minorFont>
        <a:latin typeface="Trebuchet MS" panose="020B0603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  <a:tileRect l="0" t="0" r="0" b="0"/>
        </a:gradFill>
      </a:fillStyleLst>
      <a:lnStyleLst>
        <a:ln w="12700" cap="rnd" cmpd="sng" algn="ctr">
          <a:prstDash val="solid"/>
        </a:ln>
        <a:ln w="19050" cap="rnd" cmpd="sng" algn="ctr">
          <a:prstDash val="solid"/>
        </a:ln>
        <a:ln w="25400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Fazeta">
  <a:themeElements>
    <a:clrScheme name="Fazeta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zeta">
      <a:majorFont>
        <a:latin typeface="Trebuchet MS" panose="020B0603020202020204" pitchFamily="0" charset="1"/>
        <a:ea typeface=""/>
        <a:cs typeface=""/>
      </a:majorFont>
      <a:minorFont>
        <a:latin typeface="Trebuchet MS" panose="020B0603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  <a:tileRect l="0" t="0" r="0" b="0"/>
        </a:gradFill>
      </a:fillStyleLst>
      <a:lnStyleLst>
        <a:ln w="12700" cap="rnd" cmpd="sng" algn="ctr">
          <a:prstDash val="solid"/>
        </a:ln>
        <a:ln w="19050" cap="rnd" cmpd="sng" algn="ctr">
          <a:prstDash val="solid"/>
        </a:ln>
        <a:ln w="25400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Fazeta">
  <a:themeElements>
    <a:clrScheme name="Fazeta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zeta">
      <a:majorFont>
        <a:latin typeface="Trebuchet MS" panose="020B0603020202020204" pitchFamily="0" charset="1"/>
        <a:ea typeface=""/>
        <a:cs typeface=""/>
      </a:majorFont>
      <a:minorFont>
        <a:latin typeface="Trebuchet MS" panose="020B0603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  <a:tileRect l="0" t="0" r="0" b="0"/>
        </a:gradFill>
      </a:fillStyleLst>
      <a:lnStyleLst>
        <a:ln w="12700" cap="rnd" cmpd="sng" algn="ctr">
          <a:prstDash val="solid"/>
        </a:ln>
        <a:ln w="19050" cap="rnd" cmpd="sng" algn="ctr">
          <a:prstDash val="solid"/>
        </a:ln>
        <a:ln w="25400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590</TotalTime>
  <Application>LibreOffice/25.8.6.2$Linux_X86_64 LibreOffice_project/580$Build-2</Application>
  <AppVersion>15.0000</AppVersion>
  <Words>177</Words>
  <Paragraphs>52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2022-05-29T10:22:00Z</dcterms:created>
  <dc:creator>DAX</dc:creator>
  <dc:description/>
  <dc:language>en-US</dc:language>
  <cp:lastModifiedBy/>
  <dcterms:modified xsi:type="dcterms:W3CDTF">2026-06-10T18:34:15Z</dcterms:modified>
  <cp:revision>43</cp:revision>
  <dc:subject/>
  <dc:title>Prezentace aplikace PowerPoint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MClips">
    <vt:i4>3</vt:i4>
  </property>
  <property fmtid="{D5CDD505-2E9C-101B-9397-08002B2CF9AE}" pid="3" name="PresentationFormat">
    <vt:lpwstr>Širokoúhlá obrazovka</vt:lpwstr>
  </property>
  <property fmtid="{D5CDD505-2E9C-101B-9397-08002B2CF9AE}" pid="4" name="Slides">
    <vt:i4>14</vt:i4>
  </property>
</Properties>
</file>